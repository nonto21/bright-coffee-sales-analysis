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1" r:id="rId5"/>
    <p:sldId id="262" r:id="rId6"/>
    <p:sldId id="264" r:id="rId7"/>
    <p:sldId id="268" r:id="rId8"/>
    <p:sldId id="26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7.png"/><Relationship Id="rId7" Type="http://schemas.openxmlformats.org/officeDocument/2006/relationships/image" Target="../media/image4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7.png"/><Relationship Id="rId7" Type="http://schemas.openxmlformats.org/officeDocument/2006/relationships/image" Target="../media/image4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80EE67-B890-4007-A139-7AE748862A2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922FEB0-0986-4C21-90FC-8EA27594F93F}">
      <dgm:prSet/>
      <dgm:spPr/>
      <dgm:t>
        <a:bodyPr/>
        <a:lstStyle/>
        <a:p>
          <a:pPr>
            <a:defRPr cap="all"/>
          </a:pPr>
          <a:r>
            <a:rPr lang="en-US"/>
            <a:t>• Daily transaction data</a:t>
          </a:r>
        </a:p>
      </dgm:t>
    </dgm:pt>
    <dgm:pt modelId="{D8357B6D-9C57-4B63-8FFA-40C896D285D9}" type="parTrans" cxnId="{CD86B362-128C-4799-802A-EBE90155636D}">
      <dgm:prSet/>
      <dgm:spPr/>
      <dgm:t>
        <a:bodyPr/>
        <a:lstStyle/>
        <a:p>
          <a:endParaRPr lang="en-US"/>
        </a:p>
      </dgm:t>
    </dgm:pt>
    <dgm:pt modelId="{39BFBE75-B793-41BD-8BA3-8F31E46B5B4C}" type="sibTrans" cxnId="{CD86B362-128C-4799-802A-EBE90155636D}">
      <dgm:prSet/>
      <dgm:spPr/>
      <dgm:t>
        <a:bodyPr/>
        <a:lstStyle/>
        <a:p>
          <a:endParaRPr lang="en-US"/>
        </a:p>
      </dgm:t>
    </dgm:pt>
    <dgm:pt modelId="{1A068D8A-7407-4AE2-8F8F-C68671161241}">
      <dgm:prSet/>
      <dgm:spPr/>
      <dgm:t>
        <a:bodyPr/>
        <a:lstStyle/>
        <a:p>
          <a:pPr>
            <a:defRPr cap="all"/>
          </a:pPr>
          <a:r>
            <a:rPr lang="en-US"/>
            <a:t>• Product categories</a:t>
          </a:r>
        </a:p>
      </dgm:t>
    </dgm:pt>
    <dgm:pt modelId="{37B8EF7D-AA38-4E98-AEAA-98ECC1BC672D}" type="parTrans" cxnId="{4E9778B1-8923-4B59-B002-8CF38E085E58}">
      <dgm:prSet/>
      <dgm:spPr/>
      <dgm:t>
        <a:bodyPr/>
        <a:lstStyle/>
        <a:p>
          <a:endParaRPr lang="en-US"/>
        </a:p>
      </dgm:t>
    </dgm:pt>
    <dgm:pt modelId="{77887324-B072-404F-82A0-6E1BEE5FB983}" type="sibTrans" cxnId="{4E9778B1-8923-4B59-B002-8CF38E085E58}">
      <dgm:prSet/>
      <dgm:spPr/>
      <dgm:t>
        <a:bodyPr/>
        <a:lstStyle/>
        <a:p>
          <a:endParaRPr lang="en-US"/>
        </a:p>
      </dgm:t>
    </dgm:pt>
    <dgm:pt modelId="{914D6222-5E8F-4B91-843E-070745D67F3C}">
      <dgm:prSet/>
      <dgm:spPr/>
      <dgm:t>
        <a:bodyPr/>
        <a:lstStyle/>
        <a:p>
          <a:pPr>
            <a:defRPr cap="all"/>
          </a:pPr>
          <a:r>
            <a:rPr lang="en-US"/>
            <a:t>• Time of purchase</a:t>
          </a:r>
        </a:p>
      </dgm:t>
    </dgm:pt>
    <dgm:pt modelId="{14DD579F-B4A2-42A3-A939-51E239E79D78}" type="parTrans" cxnId="{3BE51F36-8C00-427D-B72A-98117C58EC42}">
      <dgm:prSet/>
      <dgm:spPr/>
      <dgm:t>
        <a:bodyPr/>
        <a:lstStyle/>
        <a:p>
          <a:endParaRPr lang="en-US"/>
        </a:p>
      </dgm:t>
    </dgm:pt>
    <dgm:pt modelId="{A996172A-163C-4479-A3B2-7663EABD48AF}" type="sibTrans" cxnId="{3BE51F36-8C00-427D-B72A-98117C58EC42}">
      <dgm:prSet/>
      <dgm:spPr/>
      <dgm:t>
        <a:bodyPr/>
        <a:lstStyle/>
        <a:p>
          <a:endParaRPr lang="en-US"/>
        </a:p>
      </dgm:t>
    </dgm:pt>
    <dgm:pt modelId="{C00630D1-5937-4FBD-9748-BBC2A1171B0A}">
      <dgm:prSet/>
      <dgm:spPr/>
      <dgm:t>
        <a:bodyPr/>
        <a:lstStyle/>
        <a:p>
          <a:pPr>
            <a:defRPr cap="all"/>
          </a:pPr>
          <a:r>
            <a:rPr lang="en-US"/>
            <a:t>• Revenue and order details</a:t>
          </a:r>
        </a:p>
      </dgm:t>
    </dgm:pt>
    <dgm:pt modelId="{49B099C9-4DEB-45E7-A9DD-F640F23D53F1}" type="parTrans" cxnId="{A34CCD66-43D4-4E6E-AF32-C42C29E75E32}">
      <dgm:prSet/>
      <dgm:spPr/>
      <dgm:t>
        <a:bodyPr/>
        <a:lstStyle/>
        <a:p>
          <a:endParaRPr lang="en-US"/>
        </a:p>
      </dgm:t>
    </dgm:pt>
    <dgm:pt modelId="{1FC2FCE2-4186-4EDC-8384-A84238CB2156}" type="sibTrans" cxnId="{A34CCD66-43D4-4E6E-AF32-C42C29E75E32}">
      <dgm:prSet/>
      <dgm:spPr/>
      <dgm:t>
        <a:bodyPr/>
        <a:lstStyle/>
        <a:p>
          <a:endParaRPr lang="en-US"/>
        </a:p>
      </dgm:t>
    </dgm:pt>
    <dgm:pt modelId="{3457050D-6071-456E-82D9-B27F55887809}" type="pres">
      <dgm:prSet presAssocID="{7080EE67-B890-4007-A139-7AE748862A2E}" presName="root" presStyleCnt="0">
        <dgm:presLayoutVars>
          <dgm:dir/>
          <dgm:resizeHandles val="exact"/>
        </dgm:presLayoutVars>
      </dgm:prSet>
      <dgm:spPr/>
    </dgm:pt>
    <dgm:pt modelId="{6C95D5DB-CF6F-4B7C-8C0A-CC20262CDDDE}" type="pres">
      <dgm:prSet presAssocID="{1922FEB0-0986-4C21-90FC-8EA27594F93F}" presName="compNode" presStyleCnt="0"/>
      <dgm:spPr/>
    </dgm:pt>
    <dgm:pt modelId="{42203BF7-DDCB-4DF4-AA70-AABCBAEDD6FE}" type="pres">
      <dgm:prSet presAssocID="{1922FEB0-0986-4C21-90FC-8EA27594F93F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F131EAE-5A81-43E1-9E44-97B707E1FF56}" type="pres">
      <dgm:prSet presAssocID="{1922FEB0-0986-4C21-90FC-8EA27594F93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BF7187B-0211-4D67-A005-1EE1CDCE1AC4}" type="pres">
      <dgm:prSet presAssocID="{1922FEB0-0986-4C21-90FC-8EA27594F93F}" presName="spaceRect" presStyleCnt="0"/>
      <dgm:spPr/>
    </dgm:pt>
    <dgm:pt modelId="{BF4AC213-CA6B-49F4-A824-59AFF774AA52}" type="pres">
      <dgm:prSet presAssocID="{1922FEB0-0986-4C21-90FC-8EA27594F93F}" presName="textRect" presStyleLbl="revTx" presStyleIdx="0" presStyleCnt="4">
        <dgm:presLayoutVars>
          <dgm:chMax val="1"/>
          <dgm:chPref val="1"/>
        </dgm:presLayoutVars>
      </dgm:prSet>
      <dgm:spPr/>
    </dgm:pt>
    <dgm:pt modelId="{55AC3BB8-61D3-4B3A-8C49-12F51D189F2E}" type="pres">
      <dgm:prSet presAssocID="{39BFBE75-B793-41BD-8BA3-8F31E46B5B4C}" presName="sibTrans" presStyleCnt="0"/>
      <dgm:spPr/>
    </dgm:pt>
    <dgm:pt modelId="{E9B6BEB4-189B-4D96-99C1-4F0F019879AC}" type="pres">
      <dgm:prSet presAssocID="{1A068D8A-7407-4AE2-8F8F-C68671161241}" presName="compNode" presStyleCnt="0"/>
      <dgm:spPr/>
    </dgm:pt>
    <dgm:pt modelId="{A512F1DA-3741-486C-90D3-9A84A5DC966B}" type="pres">
      <dgm:prSet presAssocID="{1A068D8A-7407-4AE2-8F8F-C68671161241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2BE4026-12E9-4B15-B0C9-C8912F00934D}" type="pres">
      <dgm:prSet presAssocID="{1A068D8A-7407-4AE2-8F8F-C6867116124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F60B623-E45D-4B69-B2EC-125FD19FAD71}" type="pres">
      <dgm:prSet presAssocID="{1A068D8A-7407-4AE2-8F8F-C68671161241}" presName="spaceRect" presStyleCnt="0"/>
      <dgm:spPr/>
    </dgm:pt>
    <dgm:pt modelId="{B2D7876F-7E55-4941-860E-EA29D0D54265}" type="pres">
      <dgm:prSet presAssocID="{1A068D8A-7407-4AE2-8F8F-C68671161241}" presName="textRect" presStyleLbl="revTx" presStyleIdx="1" presStyleCnt="4">
        <dgm:presLayoutVars>
          <dgm:chMax val="1"/>
          <dgm:chPref val="1"/>
        </dgm:presLayoutVars>
      </dgm:prSet>
      <dgm:spPr/>
    </dgm:pt>
    <dgm:pt modelId="{0AFEA6DE-A29F-4763-98D3-F2121E97F6B2}" type="pres">
      <dgm:prSet presAssocID="{77887324-B072-404F-82A0-6E1BEE5FB983}" presName="sibTrans" presStyleCnt="0"/>
      <dgm:spPr/>
    </dgm:pt>
    <dgm:pt modelId="{B813CE80-0A8E-4852-A7CB-2D668ED8E1F6}" type="pres">
      <dgm:prSet presAssocID="{914D6222-5E8F-4B91-843E-070745D67F3C}" presName="compNode" presStyleCnt="0"/>
      <dgm:spPr/>
    </dgm:pt>
    <dgm:pt modelId="{4FBF725B-800F-4814-B1AF-B18A924ED942}" type="pres">
      <dgm:prSet presAssocID="{914D6222-5E8F-4B91-843E-070745D67F3C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65A5901-D69F-411F-A78F-EE7304817FDD}" type="pres">
      <dgm:prSet presAssocID="{914D6222-5E8F-4B91-843E-070745D67F3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7374B03B-BF61-40DF-86D0-C529DE59A5F7}" type="pres">
      <dgm:prSet presAssocID="{914D6222-5E8F-4B91-843E-070745D67F3C}" presName="spaceRect" presStyleCnt="0"/>
      <dgm:spPr/>
    </dgm:pt>
    <dgm:pt modelId="{5894B378-75FF-42A9-ACCD-DE46B45A0D6F}" type="pres">
      <dgm:prSet presAssocID="{914D6222-5E8F-4B91-843E-070745D67F3C}" presName="textRect" presStyleLbl="revTx" presStyleIdx="2" presStyleCnt="4">
        <dgm:presLayoutVars>
          <dgm:chMax val="1"/>
          <dgm:chPref val="1"/>
        </dgm:presLayoutVars>
      </dgm:prSet>
      <dgm:spPr/>
    </dgm:pt>
    <dgm:pt modelId="{FC465C54-72E1-47D8-85F5-74F525BE10CF}" type="pres">
      <dgm:prSet presAssocID="{A996172A-163C-4479-A3B2-7663EABD48AF}" presName="sibTrans" presStyleCnt="0"/>
      <dgm:spPr/>
    </dgm:pt>
    <dgm:pt modelId="{3D02EE0B-6FD9-44E2-9050-00AE67DA2AF5}" type="pres">
      <dgm:prSet presAssocID="{C00630D1-5937-4FBD-9748-BBC2A1171B0A}" presName="compNode" presStyleCnt="0"/>
      <dgm:spPr/>
    </dgm:pt>
    <dgm:pt modelId="{222444CF-BC4E-45B0-B664-ACF1AC03903F}" type="pres">
      <dgm:prSet presAssocID="{C00630D1-5937-4FBD-9748-BBC2A1171B0A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0D3171E-CD85-417A-BFCF-D19B76BFB607}" type="pres">
      <dgm:prSet presAssocID="{C00630D1-5937-4FBD-9748-BBC2A1171B0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4491B2A-9C09-4090-996E-247476FB9C0B}" type="pres">
      <dgm:prSet presAssocID="{C00630D1-5937-4FBD-9748-BBC2A1171B0A}" presName="spaceRect" presStyleCnt="0"/>
      <dgm:spPr/>
    </dgm:pt>
    <dgm:pt modelId="{9FE72A90-9537-46BB-911E-C7D51488091D}" type="pres">
      <dgm:prSet presAssocID="{C00630D1-5937-4FBD-9748-BBC2A1171B0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D3A8622-B20E-4C1A-93A9-F115CE74C722}" type="presOf" srcId="{7080EE67-B890-4007-A139-7AE748862A2E}" destId="{3457050D-6071-456E-82D9-B27F55887809}" srcOrd="0" destOrd="0" presId="urn:microsoft.com/office/officeart/2018/5/layout/IconLeafLabelList"/>
    <dgm:cxn modelId="{3BE51F36-8C00-427D-B72A-98117C58EC42}" srcId="{7080EE67-B890-4007-A139-7AE748862A2E}" destId="{914D6222-5E8F-4B91-843E-070745D67F3C}" srcOrd="2" destOrd="0" parTransId="{14DD579F-B4A2-42A3-A939-51E239E79D78}" sibTransId="{A996172A-163C-4479-A3B2-7663EABD48AF}"/>
    <dgm:cxn modelId="{26C87D62-1EC5-4575-BA67-847B38991C6F}" type="presOf" srcId="{914D6222-5E8F-4B91-843E-070745D67F3C}" destId="{5894B378-75FF-42A9-ACCD-DE46B45A0D6F}" srcOrd="0" destOrd="0" presId="urn:microsoft.com/office/officeart/2018/5/layout/IconLeafLabelList"/>
    <dgm:cxn modelId="{CD86B362-128C-4799-802A-EBE90155636D}" srcId="{7080EE67-B890-4007-A139-7AE748862A2E}" destId="{1922FEB0-0986-4C21-90FC-8EA27594F93F}" srcOrd="0" destOrd="0" parTransId="{D8357B6D-9C57-4B63-8FFA-40C896D285D9}" sibTransId="{39BFBE75-B793-41BD-8BA3-8F31E46B5B4C}"/>
    <dgm:cxn modelId="{A34CCD66-43D4-4E6E-AF32-C42C29E75E32}" srcId="{7080EE67-B890-4007-A139-7AE748862A2E}" destId="{C00630D1-5937-4FBD-9748-BBC2A1171B0A}" srcOrd="3" destOrd="0" parTransId="{49B099C9-4DEB-45E7-A9DD-F640F23D53F1}" sibTransId="{1FC2FCE2-4186-4EDC-8384-A84238CB2156}"/>
    <dgm:cxn modelId="{3CF0677A-C10A-4835-AF14-E3B9B7598116}" type="presOf" srcId="{C00630D1-5937-4FBD-9748-BBC2A1171B0A}" destId="{9FE72A90-9537-46BB-911E-C7D51488091D}" srcOrd="0" destOrd="0" presId="urn:microsoft.com/office/officeart/2018/5/layout/IconLeafLabelList"/>
    <dgm:cxn modelId="{4E9778B1-8923-4B59-B002-8CF38E085E58}" srcId="{7080EE67-B890-4007-A139-7AE748862A2E}" destId="{1A068D8A-7407-4AE2-8F8F-C68671161241}" srcOrd="1" destOrd="0" parTransId="{37B8EF7D-AA38-4E98-AEAA-98ECC1BC672D}" sibTransId="{77887324-B072-404F-82A0-6E1BEE5FB983}"/>
    <dgm:cxn modelId="{183569E6-2D8C-41ED-82A8-27B56AA1F3C6}" type="presOf" srcId="{1922FEB0-0986-4C21-90FC-8EA27594F93F}" destId="{BF4AC213-CA6B-49F4-A824-59AFF774AA52}" srcOrd="0" destOrd="0" presId="urn:microsoft.com/office/officeart/2018/5/layout/IconLeafLabelList"/>
    <dgm:cxn modelId="{292B5DE7-9EDA-4879-996C-6B17727090E4}" type="presOf" srcId="{1A068D8A-7407-4AE2-8F8F-C68671161241}" destId="{B2D7876F-7E55-4941-860E-EA29D0D54265}" srcOrd="0" destOrd="0" presId="urn:microsoft.com/office/officeart/2018/5/layout/IconLeafLabelList"/>
    <dgm:cxn modelId="{FFF647C0-703F-4F3E-9300-9C6FABB6551C}" type="presParOf" srcId="{3457050D-6071-456E-82D9-B27F55887809}" destId="{6C95D5DB-CF6F-4B7C-8C0A-CC20262CDDDE}" srcOrd="0" destOrd="0" presId="urn:microsoft.com/office/officeart/2018/5/layout/IconLeafLabelList"/>
    <dgm:cxn modelId="{E5BE3E8C-0B07-4289-B61D-508E5B32C76F}" type="presParOf" srcId="{6C95D5DB-CF6F-4B7C-8C0A-CC20262CDDDE}" destId="{42203BF7-DDCB-4DF4-AA70-AABCBAEDD6FE}" srcOrd="0" destOrd="0" presId="urn:microsoft.com/office/officeart/2018/5/layout/IconLeafLabelList"/>
    <dgm:cxn modelId="{B97846FB-A66E-46CD-8AC0-904CD98AC4EF}" type="presParOf" srcId="{6C95D5DB-CF6F-4B7C-8C0A-CC20262CDDDE}" destId="{FF131EAE-5A81-43E1-9E44-97B707E1FF56}" srcOrd="1" destOrd="0" presId="urn:microsoft.com/office/officeart/2018/5/layout/IconLeafLabelList"/>
    <dgm:cxn modelId="{07BB05D8-ECF3-4090-9488-CEA331158705}" type="presParOf" srcId="{6C95D5DB-CF6F-4B7C-8C0A-CC20262CDDDE}" destId="{1BF7187B-0211-4D67-A005-1EE1CDCE1AC4}" srcOrd="2" destOrd="0" presId="urn:microsoft.com/office/officeart/2018/5/layout/IconLeafLabelList"/>
    <dgm:cxn modelId="{28E74631-FB01-47DA-83EF-492F2A0AE933}" type="presParOf" srcId="{6C95D5DB-CF6F-4B7C-8C0A-CC20262CDDDE}" destId="{BF4AC213-CA6B-49F4-A824-59AFF774AA52}" srcOrd="3" destOrd="0" presId="urn:microsoft.com/office/officeart/2018/5/layout/IconLeafLabelList"/>
    <dgm:cxn modelId="{43A05289-BFE5-4C2A-A128-12EE3C664B6C}" type="presParOf" srcId="{3457050D-6071-456E-82D9-B27F55887809}" destId="{55AC3BB8-61D3-4B3A-8C49-12F51D189F2E}" srcOrd="1" destOrd="0" presId="urn:microsoft.com/office/officeart/2018/5/layout/IconLeafLabelList"/>
    <dgm:cxn modelId="{5BF639E1-1AB3-4DA0-8657-E803F1FCAE01}" type="presParOf" srcId="{3457050D-6071-456E-82D9-B27F55887809}" destId="{E9B6BEB4-189B-4D96-99C1-4F0F019879AC}" srcOrd="2" destOrd="0" presId="urn:microsoft.com/office/officeart/2018/5/layout/IconLeafLabelList"/>
    <dgm:cxn modelId="{A15F656E-4980-47E5-92CC-9ABBF285EDEA}" type="presParOf" srcId="{E9B6BEB4-189B-4D96-99C1-4F0F019879AC}" destId="{A512F1DA-3741-486C-90D3-9A84A5DC966B}" srcOrd="0" destOrd="0" presId="urn:microsoft.com/office/officeart/2018/5/layout/IconLeafLabelList"/>
    <dgm:cxn modelId="{A415DDBC-54E8-4522-A5D7-11F197E061BB}" type="presParOf" srcId="{E9B6BEB4-189B-4D96-99C1-4F0F019879AC}" destId="{52BE4026-12E9-4B15-B0C9-C8912F00934D}" srcOrd="1" destOrd="0" presId="urn:microsoft.com/office/officeart/2018/5/layout/IconLeafLabelList"/>
    <dgm:cxn modelId="{AB1FF378-3A59-4EAF-B519-60EE8953E3F2}" type="presParOf" srcId="{E9B6BEB4-189B-4D96-99C1-4F0F019879AC}" destId="{5F60B623-E45D-4B69-B2EC-125FD19FAD71}" srcOrd="2" destOrd="0" presId="urn:microsoft.com/office/officeart/2018/5/layout/IconLeafLabelList"/>
    <dgm:cxn modelId="{5F48C9C6-4CBB-47F1-85EC-6EC992404675}" type="presParOf" srcId="{E9B6BEB4-189B-4D96-99C1-4F0F019879AC}" destId="{B2D7876F-7E55-4941-860E-EA29D0D54265}" srcOrd="3" destOrd="0" presId="urn:microsoft.com/office/officeart/2018/5/layout/IconLeafLabelList"/>
    <dgm:cxn modelId="{5541732D-BC7E-4774-BB43-0F1D23ADE546}" type="presParOf" srcId="{3457050D-6071-456E-82D9-B27F55887809}" destId="{0AFEA6DE-A29F-4763-98D3-F2121E97F6B2}" srcOrd="3" destOrd="0" presId="urn:microsoft.com/office/officeart/2018/5/layout/IconLeafLabelList"/>
    <dgm:cxn modelId="{14391E31-6C31-4F88-B5C0-098C8B51E3DF}" type="presParOf" srcId="{3457050D-6071-456E-82D9-B27F55887809}" destId="{B813CE80-0A8E-4852-A7CB-2D668ED8E1F6}" srcOrd="4" destOrd="0" presId="urn:microsoft.com/office/officeart/2018/5/layout/IconLeafLabelList"/>
    <dgm:cxn modelId="{551D9EF7-7855-4E64-A5F8-040EEA754B2C}" type="presParOf" srcId="{B813CE80-0A8E-4852-A7CB-2D668ED8E1F6}" destId="{4FBF725B-800F-4814-B1AF-B18A924ED942}" srcOrd="0" destOrd="0" presId="urn:microsoft.com/office/officeart/2018/5/layout/IconLeafLabelList"/>
    <dgm:cxn modelId="{2ED12AA9-FCF7-45C3-9927-C1C750FA8DCE}" type="presParOf" srcId="{B813CE80-0A8E-4852-A7CB-2D668ED8E1F6}" destId="{C65A5901-D69F-411F-A78F-EE7304817FDD}" srcOrd="1" destOrd="0" presId="urn:microsoft.com/office/officeart/2018/5/layout/IconLeafLabelList"/>
    <dgm:cxn modelId="{1B7136C7-0A6D-4561-B9DA-AF82EAC59AE6}" type="presParOf" srcId="{B813CE80-0A8E-4852-A7CB-2D668ED8E1F6}" destId="{7374B03B-BF61-40DF-86D0-C529DE59A5F7}" srcOrd="2" destOrd="0" presId="urn:microsoft.com/office/officeart/2018/5/layout/IconLeafLabelList"/>
    <dgm:cxn modelId="{EB5C6D18-D20F-4C47-B39E-D5CE29D8A08B}" type="presParOf" srcId="{B813CE80-0A8E-4852-A7CB-2D668ED8E1F6}" destId="{5894B378-75FF-42A9-ACCD-DE46B45A0D6F}" srcOrd="3" destOrd="0" presId="urn:microsoft.com/office/officeart/2018/5/layout/IconLeafLabelList"/>
    <dgm:cxn modelId="{D22BE933-639C-455F-A579-DDA11CDA4990}" type="presParOf" srcId="{3457050D-6071-456E-82D9-B27F55887809}" destId="{FC465C54-72E1-47D8-85F5-74F525BE10CF}" srcOrd="5" destOrd="0" presId="urn:microsoft.com/office/officeart/2018/5/layout/IconLeafLabelList"/>
    <dgm:cxn modelId="{885534C0-99F6-4FFB-A3CE-681054630867}" type="presParOf" srcId="{3457050D-6071-456E-82D9-B27F55887809}" destId="{3D02EE0B-6FD9-44E2-9050-00AE67DA2AF5}" srcOrd="6" destOrd="0" presId="urn:microsoft.com/office/officeart/2018/5/layout/IconLeafLabelList"/>
    <dgm:cxn modelId="{1E2A0179-427D-4024-A7BF-F6B66ACB78C1}" type="presParOf" srcId="{3D02EE0B-6FD9-44E2-9050-00AE67DA2AF5}" destId="{222444CF-BC4E-45B0-B664-ACF1AC03903F}" srcOrd="0" destOrd="0" presId="urn:microsoft.com/office/officeart/2018/5/layout/IconLeafLabelList"/>
    <dgm:cxn modelId="{5B2FF2C7-8719-49E7-8367-457C8AD4790E}" type="presParOf" srcId="{3D02EE0B-6FD9-44E2-9050-00AE67DA2AF5}" destId="{D0D3171E-CD85-417A-BFCF-D19B76BFB607}" srcOrd="1" destOrd="0" presId="urn:microsoft.com/office/officeart/2018/5/layout/IconLeafLabelList"/>
    <dgm:cxn modelId="{A884A5FC-8559-4B87-B904-09C745173B47}" type="presParOf" srcId="{3D02EE0B-6FD9-44E2-9050-00AE67DA2AF5}" destId="{84491B2A-9C09-4090-996E-247476FB9C0B}" srcOrd="2" destOrd="0" presId="urn:microsoft.com/office/officeart/2018/5/layout/IconLeafLabelList"/>
    <dgm:cxn modelId="{9818D15C-0AEC-4CC2-B654-95F28488FBD5}" type="presParOf" srcId="{3D02EE0B-6FD9-44E2-9050-00AE67DA2AF5}" destId="{9FE72A90-9537-46BB-911E-C7D51488091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1A1CD0-5728-4CF4-914C-8CEB622B83C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8360C43-8D0C-4266-A36F-F5BC7B322E88}" type="pres">
      <dgm:prSet presAssocID="{061A1CD0-5728-4CF4-914C-8CEB622B83C1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37F2C65A-F1AC-4FD2-88EA-45BC63DCABC3}" type="presOf" srcId="{061A1CD0-5728-4CF4-914C-8CEB622B83C1}" destId="{F8360C43-8D0C-4266-A36F-F5BC7B322E8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571B65-8D67-4954-AD3D-5236CF58080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B75523E-C4B8-49CA-8C8E-7C5061A63161}">
      <dgm:prSet/>
      <dgm:spPr/>
      <dgm:t>
        <a:bodyPr/>
        <a:lstStyle/>
        <a:p>
          <a:pPr>
            <a:defRPr cap="all"/>
          </a:pPr>
          <a:r>
            <a:rPr lang="en-US" dirty="0"/>
            <a:t>• Introduce afternoon promotions</a:t>
          </a:r>
        </a:p>
      </dgm:t>
    </dgm:pt>
    <dgm:pt modelId="{45349587-6693-4112-BC08-4C1B3372451E}" type="parTrans" cxnId="{5FD218EC-2EC9-43E2-89C6-AB5CBE672774}">
      <dgm:prSet/>
      <dgm:spPr/>
      <dgm:t>
        <a:bodyPr/>
        <a:lstStyle/>
        <a:p>
          <a:endParaRPr lang="en-US"/>
        </a:p>
      </dgm:t>
    </dgm:pt>
    <dgm:pt modelId="{7EFC1568-2CEE-443C-AA1F-A11906DF8E1F}" type="sibTrans" cxnId="{5FD218EC-2EC9-43E2-89C6-AB5CBE672774}">
      <dgm:prSet/>
      <dgm:spPr/>
      <dgm:t>
        <a:bodyPr/>
        <a:lstStyle/>
        <a:p>
          <a:endParaRPr lang="en-US"/>
        </a:p>
      </dgm:t>
    </dgm:pt>
    <dgm:pt modelId="{9881A21E-63FE-4CB0-973D-9D655A02C5D5}">
      <dgm:prSet/>
      <dgm:spPr/>
      <dgm:t>
        <a:bodyPr/>
        <a:lstStyle/>
        <a:p>
          <a:pPr>
            <a:defRPr cap="all"/>
          </a:pPr>
          <a:r>
            <a:rPr lang="en-US"/>
            <a:t>• Bundle products</a:t>
          </a:r>
        </a:p>
      </dgm:t>
    </dgm:pt>
    <dgm:pt modelId="{ADA29317-094D-4C16-9A3D-769A29156A50}" type="parTrans" cxnId="{3907EDF0-C08E-41D0-9047-7D5EFC8A692E}">
      <dgm:prSet/>
      <dgm:spPr/>
      <dgm:t>
        <a:bodyPr/>
        <a:lstStyle/>
        <a:p>
          <a:endParaRPr lang="en-US"/>
        </a:p>
      </dgm:t>
    </dgm:pt>
    <dgm:pt modelId="{E76D9385-0A37-4B71-A013-0073EDB0B56D}" type="sibTrans" cxnId="{3907EDF0-C08E-41D0-9047-7D5EFC8A692E}">
      <dgm:prSet/>
      <dgm:spPr/>
      <dgm:t>
        <a:bodyPr/>
        <a:lstStyle/>
        <a:p>
          <a:endParaRPr lang="en-US"/>
        </a:p>
      </dgm:t>
    </dgm:pt>
    <dgm:pt modelId="{A91CD1FC-0950-4487-992D-F93A1B0007C2}">
      <dgm:prSet/>
      <dgm:spPr/>
      <dgm:t>
        <a:bodyPr/>
        <a:lstStyle/>
        <a:p>
          <a:pPr>
            <a:defRPr cap="all"/>
          </a:pPr>
          <a:r>
            <a:rPr lang="en-US"/>
            <a:t>• Promote low performers</a:t>
          </a:r>
        </a:p>
      </dgm:t>
    </dgm:pt>
    <dgm:pt modelId="{658C7148-0AE1-4C1D-8F86-D82E4ED2EC57}" type="parTrans" cxnId="{26E0B9A9-1C8C-4755-9F47-E0A80C5F55B0}">
      <dgm:prSet/>
      <dgm:spPr/>
      <dgm:t>
        <a:bodyPr/>
        <a:lstStyle/>
        <a:p>
          <a:endParaRPr lang="en-US"/>
        </a:p>
      </dgm:t>
    </dgm:pt>
    <dgm:pt modelId="{B7710B2E-D4FC-4FEF-8947-A8D0E7412CC2}" type="sibTrans" cxnId="{26E0B9A9-1C8C-4755-9F47-E0A80C5F55B0}">
      <dgm:prSet/>
      <dgm:spPr/>
      <dgm:t>
        <a:bodyPr/>
        <a:lstStyle/>
        <a:p>
          <a:endParaRPr lang="en-US"/>
        </a:p>
      </dgm:t>
    </dgm:pt>
    <dgm:pt modelId="{0B0B87AB-C68F-430F-932B-A36F870C8458}">
      <dgm:prSet/>
      <dgm:spPr/>
      <dgm:t>
        <a:bodyPr/>
        <a:lstStyle/>
        <a:p>
          <a:pPr>
            <a:defRPr cap="all"/>
          </a:pPr>
          <a:r>
            <a:rPr lang="en-US"/>
            <a:t>• Loyalty programs</a:t>
          </a:r>
        </a:p>
      </dgm:t>
    </dgm:pt>
    <dgm:pt modelId="{4349E5F0-40A0-4398-8D72-95C7EE2C4ACB}" type="parTrans" cxnId="{119D5D98-3F53-45BD-9F4C-0C8649CCEA47}">
      <dgm:prSet/>
      <dgm:spPr/>
      <dgm:t>
        <a:bodyPr/>
        <a:lstStyle/>
        <a:p>
          <a:endParaRPr lang="en-US"/>
        </a:p>
      </dgm:t>
    </dgm:pt>
    <dgm:pt modelId="{E51672A2-E856-4951-B92F-BB2C64A5A17E}" type="sibTrans" cxnId="{119D5D98-3F53-45BD-9F4C-0C8649CCEA47}">
      <dgm:prSet/>
      <dgm:spPr/>
      <dgm:t>
        <a:bodyPr/>
        <a:lstStyle/>
        <a:p>
          <a:endParaRPr lang="en-US"/>
        </a:p>
      </dgm:t>
    </dgm:pt>
    <dgm:pt modelId="{14F07AA7-705F-430B-B772-708F7E80DF73}" type="pres">
      <dgm:prSet presAssocID="{40571B65-8D67-4954-AD3D-5236CF58080F}" presName="root" presStyleCnt="0">
        <dgm:presLayoutVars>
          <dgm:dir/>
          <dgm:resizeHandles val="exact"/>
        </dgm:presLayoutVars>
      </dgm:prSet>
      <dgm:spPr/>
    </dgm:pt>
    <dgm:pt modelId="{F5E2B71F-3365-44F4-AD32-8F4904B00FFE}" type="pres">
      <dgm:prSet presAssocID="{3B75523E-C4B8-49CA-8C8E-7C5061A63161}" presName="compNode" presStyleCnt="0"/>
      <dgm:spPr/>
    </dgm:pt>
    <dgm:pt modelId="{B3DB181A-9C1A-4352-B1AA-0CA9B0D3AD8E}" type="pres">
      <dgm:prSet presAssocID="{3B75523E-C4B8-49CA-8C8E-7C5061A63161}" presName="iconBgRect" presStyleLbl="bgShp" presStyleIdx="0" presStyleCnt="4" custLinFactNeighborX="2998" custLinFactNeighborY="-2454"/>
      <dgm:spPr/>
    </dgm:pt>
    <dgm:pt modelId="{775764DE-0492-4893-808F-779CD47BB0BC}" type="pres">
      <dgm:prSet presAssocID="{3B75523E-C4B8-49CA-8C8E-7C5061A6316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893D68E-A545-420E-95E7-267A52179658}" type="pres">
      <dgm:prSet presAssocID="{3B75523E-C4B8-49CA-8C8E-7C5061A63161}" presName="spaceRect" presStyleCnt="0"/>
      <dgm:spPr/>
    </dgm:pt>
    <dgm:pt modelId="{9DDF7004-07FC-421C-A50C-08CC451B13EC}" type="pres">
      <dgm:prSet presAssocID="{3B75523E-C4B8-49CA-8C8E-7C5061A63161}" presName="textRect" presStyleLbl="revTx" presStyleIdx="0" presStyleCnt="4">
        <dgm:presLayoutVars>
          <dgm:chMax val="1"/>
          <dgm:chPref val="1"/>
        </dgm:presLayoutVars>
      </dgm:prSet>
      <dgm:spPr/>
    </dgm:pt>
    <dgm:pt modelId="{BC8143B8-2D55-466F-AF6F-12FA2CDFB1D3}" type="pres">
      <dgm:prSet presAssocID="{7EFC1568-2CEE-443C-AA1F-A11906DF8E1F}" presName="sibTrans" presStyleCnt="0"/>
      <dgm:spPr/>
    </dgm:pt>
    <dgm:pt modelId="{A1920E52-D4FA-4A78-87D4-5862DE7A2A01}" type="pres">
      <dgm:prSet presAssocID="{9881A21E-63FE-4CB0-973D-9D655A02C5D5}" presName="compNode" presStyleCnt="0"/>
      <dgm:spPr/>
    </dgm:pt>
    <dgm:pt modelId="{52C3EA68-30E2-4C03-A9C6-D225B97C6B95}" type="pres">
      <dgm:prSet presAssocID="{9881A21E-63FE-4CB0-973D-9D655A02C5D5}" presName="iconBgRect" presStyleLbl="bgShp" presStyleIdx="1" presStyleCnt="4"/>
      <dgm:spPr/>
    </dgm:pt>
    <dgm:pt modelId="{64C482B8-771E-410B-8F00-0CB1A7C58D8C}" type="pres">
      <dgm:prSet presAssocID="{9881A21E-63FE-4CB0-973D-9D655A02C5D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2BCD9285-B8DE-44E8-AF12-C460A1E2D078}" type="pres">
      <dgm:prSet presAssocID="{9881A21E-63FE-4CB0-973D-9D655A02C5D5}" presName="spaceRect" presStyleCnt="0"/>
      <dgm:spPr/>
    </dgm:pt>
    <dgm:pt modelId="{0C294D54-DAFA-477A-8A26-E7698179610B}" type="pres">
      <dgm:prSet presAssocID="{9881A21E-63FE-4CB0-973D-9D655A02C5D5}" presName="textRect" presStyleLbl="revTx" presStyleIdx="1" presStyleCnt="4">
        <dgm:presLayoutVars>
          <dgm:chMax val="1"/>
          <dgm:chPref val="1"/>
        </dgm:presLayoutVars>
      </dgm:prSet>
      <dgm:spPr/>
    </dgm:pt>
    <dgm:pt modelId="{A55E6992-981C-477B-B1FF-C750C489527C}" type="pres">
      <dgm:prSet presAssocID="{E76D9385-0A37-4B71-A013-0073EDB0B56D}" presName="sibTrans" presStyleCnt="0"/>
      <dgm:spPr/>
    </dgm:pt>
    <dgm:pt modelId="{FFB251C3-EF6F-4F96-9D51-2806CB650D7D}" type="pres">
      <dgm:prSet presAssocID="{A91CD1FC-0950-4487-992D-F93A1B0007C2}" presName="compNode" presStyleCnt="0"/>
      <dgm:spPr/>
    </dgm:pt>
    <dgm:pt modelId="{500BFBA2-67B7-459E-BEC5-87E666B7030F}" type="pres">
      <dgm:prSet presAssocID="{A91CD1FC-0950-4487-992D-F93A1B0007C2}" presName="iconBgRect" presStyleLbl="bgShp" presStyleIdx="2" presStyleCnt="4"/>
      <dgm:spPr/>
    </dgm:pt>
    <dgm:pt modelId="{268850EE-9980-484A-A9F6-6F9F67DC3D4B}" type="pres">
      <dgm:prSet presAssocID="{A91CD1FC-0950-4487-992D-F93A1B0007C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6D3BF87-047C-4C3E-95A5-4D34B6F1BEE1}" type="pres">
      <dgm:prSet presAssocID="{A91CD1FC-0950-4487-992D-F93A1B0007C2}" presName="spaceRect" presStyleCnt="0"/>
      <dgm:spPr/>
    </dgm:pt>
    <dgm:pt modelId="{B58334CE-A909-49AA-877B-F4EC6DF26C13}" type="pres">
      <dgm:prSet presAssocID="{A91CD1FC-0950-4487-992D-F93A1B0007C2}" presName="textRect" presStyleLbl="revTx" presStyleIdx="2" presStyleCnt="4">
        <dgm:presLayoutVars>
          <dgm:chMax val="1"/>
          <dgm:chPref val="1"/>
        </dgm:presLayoutVars>
      </dgm:prSet>
      <dgm:spPr/>
    </dgm:pt>
    <dgm:pt modelId="{95F94920-78B0-42A3-8AD3-75228BAAC3D3}" type="pres">
      <dgm:prSet presAssocID="{B7710B2E-D4FC-4FEF-8947-A8D0E7412CC2}" presName="sibTrans" presStyleCnt="0"/>
      <dgm:spPr/>
    </dgm:pt>
    <dgm:pt modelId="{9CA7D7B5-8820-4D99-9ADA-922D3715D881}" type="pres">
      <dgm:prSet presAssocID="{0B0B87AB-C68F-430F-932B-A36F870C8458}" presName="compNode" presStyleCnt="0"/>
      <dgm:spPr/>
    </dgm:pt>
    <dgm:pt modelId="{E76E3A7E-290B-4FBB-AEBD-66404E77A2E4}" type="pres">
      <dgm:prSet presAssocID="{0B0B87AB-C68F-430F-932B-A36F870C8458}" presName="iconBgRect" presStyleLbl="bgShp" presStyleIdx="3" presStyleCnt="4"/>
      <dgm:spPr/>
    </dgm:pt>
    <dgm:pt modelId="{E77CAE24-DE62-411C-AEC1-5FCB733BF3B2}" type="pres">
      <dgm:prSet presAssocID="{0B0B87AB-C68F-430F-932B-A36F870C845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C2D3C6C-B7D9-496E-A418-E2A38D8311DC}" type="pres">
      <dgm:prSet presAssocID="{0B0B87AB-C68F-430F-932B-A36F870C8458}" presName="spaceRect" presStyleCnt="0"/>
      <dgm:spPr/>
    </dgm:pt>
    <dgm:pt modelId="{0DA3661E-2267-4C44-98C2-CFCA4F2D8DEF}" type="pres">
      <dgm:prSet presAssocID="{0B0B87AB-C68F-430F-932B-A36F870C845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8FE240E-901B-4FDD-94FB-9320ADE579B2}" type="presOf" srcId="{3B75523E-C4B8-49CA-8C8E-7C5061A63161}" destId="{9DDF7004-07FC-421C-A50C-08CC451B13EC}" srcOrd="0" destOrd="0" presId="urn:microsoft.com/office/officeart/2018/5/layout/IconCircleLabelList"/>
    <dgm:cxn modelId="{8838923E-60FC-4BF2-AE9D-F5182BBD3965}" type="presOf" srcId="{40571B65-8D67-4954-AD3D-5236CF58080F}" destId="{14F07AA7-705F-430B-B772-708F7E80DF73}" srcOrd="0" destOrd="0" presId="urn:microsoft.com/office/officeart/2018/5/layout/IconCircleLabelList"/>
    <dgm:cxn modelId="{1BF25C78-1F7A-4D4B-8077-C427C4290FB3}" type="presOf" srcId="{9881A21E-63FE-4CB0-973D-9D655A02C5D5}" destId="{0C294D54-DAFA-477A-8A26-E7698179610B}" srcOrd="0" destOrd="0" presId="urn:microsoft.com/office/officeart/2018/5/layout/IconCircleLabelList"/>
    <dgm:cxn modelId="{119D5D98-3F53-45BD-9F4C-0C8649CCEA47}" srcId="{40571B65-8D67-4954-AD3D-5236CF58080F}" destId="{0B0B87AB-C68F-430F-932B-A36F870C8458}" srcOrd="3" destOrd="0" parTransId="{4349E5F0-40A0-4398-8D72-95C7EE2C4ACB}" sibTransId="{E51672A2-E856-4951-B92F-BB2C64A5A17E}"/>
    <dgm:cxn modelId="{26E0B9A9-1C8C-4755-9F47-E0A80C5F55B0}" srcId="{40571B65-8D67-4954-AD3D-5236CF58080F}" destId="{A91CD1FC-0950-4487-992D-F93A1B0007C2}" srcOrd="2" destOrd="0" parTransId="{658C7148-0AE1-4C1D-8F86-D82E4ED2EC57}" sibTransId="{B7710B2E-D4FC-4FEF-8947-A8D0E7412CC2}"/>
    <dgm:cxn modelId="{2FF099AA-CCBE-41CF-A669-D959578E9867}" type="presOf" srcId="{0B0B87AB-C68F-430F-932B-A36F870C8458}" destId="{0DA3661E-2267-4C44-98C2-CFCA4F2D8DEF}" srcOrd="0" destOrd="0" presId="urn:microsoft.com/office/officeart/2018/5/layout/IconCircleLabelList"/>
    <dgm:cxn modelId="{F804C6EB-254F-4716-AF9F-57836A16AF4C}" type="presOf" srcId="{A91CD1FC-0950-4487-992D-F93A1B0007C2}" destId="{B58334CE-A909-49AA-877B-F4EC6DF26C13}" srcOrd="0" destOrd="0" presId="urn:microsoft.com/office/officeart/2018/5/layout/IconCircleLabelList"/>
    <dgm:cxn modelId="{5FD218EC-2EC9-43E2-89C6-AB5CBE672774}" srcId="{40571B65-8D67-4954-AD3D-5236CF58080F}" destId="{3B75523E-C4B8-49CA-8C8E-7C5061A63161}" srcOrd="0" destOrd="0" parTransId="{45349587-6693-4112-BC08-4C1B3372451E}" sibTransId="{7EFC1568-2CEE-443C-AA1F-A11906DF8E1F}"/>
    <dgm:cxn modelId="{3907EDF0-C08E-41D0-9047-7D5EFC8A692E}" srcId="{40571B65-8D67-4954-AD3D-5236CF58080F}" destId="{9881A21E-63FE-4CB0-973D-9D655A02C5D5}" srcOrd="1" destOrd="0" parTransId="{ADA29317-094D-4C16-9A3D-769A29156A50}" sibTransId="{E76D9385-0A37-4B71-A013-0073EDB0B56D}"/>
    <dgm:cxn modelId="{C1A09987-D2C9-41CF-87F4-C3E0FC70AECD}" type="presParOf" srcId="{14F07AA7-705F-430B-B772-708F7E80DF73}" destId="{F5E2B71F-3365-44F4-AD32-8F4904B00FFE}" srcOrd="0" destOrd="0" presId="urn:microsoft.com/office/officeart/2018/5/layout/IconCircleLabelList"/>
    <dgm:cxn modelId="{5C53230E-33DD-4E37-9F4E-216880158A5B}" type="presParOf" srcId="{F5E2B71F-3365-44F4-AD32-8F4904B00FFE}" destId="{B3DB181A-9C1A-4352-B1AA-0CA9B0D3AD8E}" srcOrd="0" destOrd="0" presId="urn:microsoft.com/office/officeart/2018/5/layout/IconCircleLabelList"/>
    <dgm:cxn modelId="{F579CB98-9742-4C07-BB10-8B8DA3C840E8}" type="presParOf" srcId="{F5E2B71F-3365-44F4-AD32-8F4904B00FFE}" destId="{775764DE-0492-4893-808F-779CD47BB0BC}" srcOrd="1" destOrd="0" presId="urn:microsoft.com/office/officeart/2018/5/layout/IconCircleLabelList"/>
    <dgm:cxn modelId="{D1760D16-E1BD-4417-AFBE-FF76604F57E1}" type="presParOf" srcId="{F5E2B71F-3365-44F4-AD32-8F4904B00FFE}" destId="{6893D68E-A545-420E-95E7-267A52179658}" srcOrd="2" destOrd="0" presId="urn:microsoft.com/office/officeart/2018/5/layout/IconCircleLabelList"/>
    <dgm:cxn modelId="{487ECF9A-F7D0-4ACA-983F-83DEB35518A2}" type="presParOf" srcId="{F5E2B71F-3365-44F4-AD32-8F4904B00FFE}" destId="{9DDF7004-07FC-421C-A50C-08CC451B13EC}" srcOrd="3" destOrd="0" presId="urn:microsoft.com/office/officeart/2018/5/layout/IconCircleLabelList"/>
    <dgm:cxn modelId="{8D35D49A-74D0-4297-8F46-2CC37307577D}" type="presParOf" srcId="{14F07AA7-705F-430B-B772-708F7E80DF73}" destId="{BC8143B8-2D55-466F-AF6F-12FA2CDFB1D3}" srcOrd="1" destOrd="0" presId="urn:microsoft.com/office/officeart/2018/5/layout/IconCircleLabelList"/>
    <dgm:cxn modelId="{27129DC7-2ACB-43DB-B73C-34CBB5079D7F}" type="presParOf" srcId="{14F07AA7-705F-430B-B772-708F7E80DF73}" destId="{A1920E52-D4FA-4A78-87D4-5862DE7A2A01}" srcOrd="2" destOrd="0" presId="urn:microsoft.com/office/officeart/2018/5/layout/IconCircleLabelList"/>
    <dgm:cxn modelId="{F93F856A-7EE9-4A2B-8E22-0666DA60B4AE}" type="presParOf" srcId="{A1920E52-D4FA-4A78-87D4-5862DE7A2A01}" destId="{52C3EA68-30E2-4C03-A9C6-D225B97C6B95}" srcOrd="0" destOrd="0" presId="urn:microsoft.com/office/officeart/2018/5/layout/IconCircleLabelList"/>
    <dgm:cxn modelId="{E6EA4179-B6A9-4318-A31A-B96B6DA271F4}" type="presParOf" srcId="{A1920E52-D4FA-4A78-87D4-5862DE7A2A01}" destId="{64C482B8-771E-410B-8F00-0CB1A7C58D8C}" srcOrd="1" destOrd="0" presId="urn:microsoft.com/office/officeart/2018/5/layout/IconCircleLabelList"/>
    <dgm:cxn modelId="{566FE5A0-D48F-4BF5-90C3-A7D1045B7EB3}" type="presParOf" srcId="{A1920E52-D4FA-4A78-87D4-5862DE7A2A01}" destId="{2BCD9285-B8DE-44E8-AF12-C460A1E2D078}" srcOrd="2" destOrd="0" presId="urn:microsoft.com/office/officeart/2018/5/layout/IconCircleLabelList"/>
    <dgm:cxn modelId="{40FC7086-DF7F-4B70-889B-A8BFD3A7DE25}" type="presParOf" srcId="{A1920E52-D4FA-4A78-87D4-5862DE7A2A01}" destId="{0C294D54-DAFA-477A-8A26-E7698179610B}" srcOrd="3" destOrd="0" presId="urn:microsoft.com/office/officeart/2018/5/layout/IconCircleLabelList"/>
    <dgm:cxn modelId="{886A60F4-4CEF-4AEE-B203-D882CADBA672}" type="presParOf" srcId="{14F07AA7-705F-430B-B772-708F7E80DF73}" destId="{A55E6992-981C-477B-B1FF-C750C489527C}" srcOrd="3" destOrd="0" presId="urn:microsoft.com/office/officeart/2018/5/layout/IconCircleLabelList"/>
    <dgm:cxn modelId="{75609174-4C25-49D6-B464-C21E1DEE03EA}" type="presParOf" srcId="{14F07AA7-705F-430B-B772-708F7E80DF73}" destId="{FFB251C3-EF6F-4F96-9D51-2806CB650D7D}" srcOrd="4" destOrd="0" presId="urn:microsoft.com/office/officeart/2018/5/layout/IconCircleLabelList"/>
    <dgm:cxn modelId="{82888105-FB13-4B4C-9E5E-1A0AE1CC36A3}" type="presParOf" srcId="{FFB251C3-EF6F-4F96-9D51-2806CB650D7D}" destId="{500BFBA2-67B7-459E-BEC5-87E666B7030F}" srcOrd="0" destOrd="0" presId="urn:microsoft.com/office/officeart/2018/5/layout/IconCircleLabelList"/>
    <dgm:cxn modelId="{EB84A261-350C-4CFF-A441-6F52D14646D6}" type="presParOf" srcId="{FFB251C3-EF6F-4F96-9D51-2806CB650D7D}" destId="{268850EE-9980-484A-A9F6-6F9F67DC3D4B}" srcOrd="1" destOrd="0" presId="urn:microsoft.com/office/officeart/2018/5/layout/IconCircleLabelList"/>
    <dgm:cxn modelId="{64A8400A-BD94-4ADA-9BC7-E799300BC1CF}" type="presParOf" srcId="{FFB251C3-EF6F-4F96-9D51-2806CB650D7D}" destId="{56D3BF87-047C-4C3E-95A5-4D34B6F1BEE1}" srcOrd="2" destOrd="0" presId="urn:microsoft.com/office/officeart/2018/5/layout/IconCircleLabelList"/>
    <dgm:cxn modelId="{1A0B05B9-F135-424B-8DF5-93B8DB999050}" type="presParOf" srcId="{FFB251C3-EF6F-4F96-9D51-2806CB650D7D}" destId="{B58334CE-A909-49AA-877B-F4EC6DF26C13}" srcOrd="3" destOrd="0" presId="urn:microsoft.com/office/officeart/2018/5/layout/IconCircleLabelList"/>
    <dgm:cxn modelId="{D20A0BE3-BE79-438A-9557-C4ABD1BD63AC}" type="presParOf" srcId="{14F07AA7-705F-430B-B772-708F7E80DF73}" destId="{95F94920-78B0-42A3-8AD3-75228BAAC3D3}" srcOrd="5" destOrd="0" presId="urn:microsoft.com/office/officeart/2018/5/layout/IconCircleLabelList"/>
    <dgm:cxn modelId="{D6734FF4-3FF6-4367-8ABF-26FEB9FE8213}" type="presParOf" srcId="{14F07AA7-705F-430B-B772-708F7E80DF73}" destId="{9CA7D7B5-8820-4D99-9ADA-922D3715D881}" srcOrd="6" destOrd="0" presId="urn:microsoft.com/office/officeart/2018/5/layout/IconCircleLabelList"/>
    <dgm:cxn modelId="{EBEAD33C-3092-4605-9C92-E7DA746DCF13}" type="presParOf" srcId="{9CA7D7B5-8820-4D99-9ADA-922D3715D881}" destId="{E76E3A7E-290B-4FBB-AEBD-66404E77A2E4}" srcOrd="0" destOrd="0" presId="urn:microsoft.com/office/officeart/2018/5/layout/IconCircleLabelList"/>
    <dgm:cxn modelId="{EA228697-58AD-4927-93FC-F9D809BAC60D}" type="presParOf" srcId="{9CA7D7B5-8820-4D99-9ADA-922D3715D881}" destId="{E77CAE24-DE62-411C-AEC1-5FCB733BF3B2}" srcOrd="1" destOrd="0" presId="urn:microsoft.com/office/officeart/2018/5/layout/IconCircleLabelList"/>
    <dgm:cxn modelId="{EF0975E7-D5B3-4EA2-AD12-3182051AADCA}" type="presParOf" srcId="{9CA7D7B5-8820-4D99-9ADA-922D3715D881}" destId="{FC2D3C6C-B7D9-496E-A418-E2A38D8311DC}" srcOrd="2" destOrd="0" presId="urn:microsoft.com/office/officeart/2018/5/layout/IconCircleLabelList"/>
    <dgm:cxn modelId="{FD3A5997-D8A8-4693-A719-1DD164FA634D}" type="presParOf" srcId="{9CA7D7B5-8820-4D99-9ADA-922D3715D881}" destId="{0DA3661E-2267-4C44-98C2-CFCA4F2D8DE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EBADFF-D475-4BD4-AC60-99000355FA2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F0B177E-1D84-4477-A639-69745FCEC8F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• Automate daily sales reporting</a:t>
          </a:r>
        </a:p>
      </dgm:t>
    </dgm:pt>
    <dgm:pt modelId="{CDE932CE-B7D9-4C99-A6A8-4AF1F538EECD}" type="parTrans" cxnId="{806E4A23-2E2D-4577-861E-F32DC64AFA43}">
      <dgm:prSet/>
      <dgm:spPr/>
      <dgm:t>
        <a:bodyPr/>
        <a:lstStyle/>
        <a:p>
          <a:endParaRPr lang="en-US"/>
        </a:p>
      </dgm:t>
    </dgm:pt>
    <dgm:pt modelId="{56798931-A3FB-4FB6-9D4F-A0704CC11B54}" type="sibTrans" cxnId="{806E4A23-2E2D-4577-861E-F32DC64AFA43}">
      <dgm:prSet/>
      <dgm:spPr/>
      <dgm:t>
        <a:bodyPr/>
        <a:lstStyle/>
        <a:p>
          <a:endParaRPr lang="en-US"/>
        </a:p>
      </dgm:t>
    </dgm:pt>
    <dgm:pt modelId="{71CCD732-07D2-40CE-9BFC-2431B2D8AB7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Monitor KPIs</a:t>
          </a:r>
        </a:p>
      </dgm:t>
    </dgm:pt>
    <dgm:pt modelId="{EB752C70-6E48-4381-8445-C28466DEE7B0}" type="parTrans" cxnId="{B1EB398E-7BD1-4F51-9E32-2687AD1D42D7}">
      <dgm:prSet/>
      <dgm:spPr/>
      <dgm:t>
        <a:bodyPr/>
        <a:lstStyle/>
        <a:p>
          <a:endParaRPr lang="en-US"/>
        </a:p>
      </dgm:t>
    </dgm:pt>
    <dgm:pt modelId="{F8BB98FE-0ADC-40FD-878C-0D2F6D71D88A}" type="sibTrans" cxnId="{B1EB398E-7BD1-4F51-9E32-2687AD1D42D7}">
      <dgm:prSet/>
      <dgm:spPr/>
      <dgm:t>
        <a:bodyPr/>
        <a:lstStyle/>
        <a:p>
          <a:endParaRPr lang="en-US"/>
        </a:p>
      </dgm:t>
    </dgm:pt>
    <dgm:pt modelId="{B0A6EAA2-9EEF-49E6-B5EF-0962BEF365F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Continuous analysis</a:t>
          </a:r>
        </a:p>
      </dgm:t>
    </dgm:pt>
    <dgm:pt modelId="{4852D7C2-A60A-46EF-961D-2AA87E39E964}" type="parTrans" cxnId="{62E02969-54F3-42B4-91A3-F32DF401F156}">
      <dgm:prSet/>
      <dgm:spPr/>
      <dgm:t>
        <a:bodyPr/>
        <a:lstStyle/>
        <a:p>
          <a:endParaRPr lang="en-US"/>
        </a:p>
      </dgm:t>
    </dgm:pt>
    <dgm:pt modelId="{DDF434C5-5F99-4D11-B250-1EDE2286F8F0}" type="sibTrans" cxnId="{62E02969-54F3-42B4-91A3-F32DF401F156}">
      <dgm:prSet/>
      <dgm:spPr/>
      <dgm:t>
        <a:bodyPr/>
        <a:lstStyle/>
        <a:p>
          <a:endParaRPr lang="en-US"/>
        </a:p>
      </dgm:t>
    </dgm:pt>
    <dgm:pt modelId="{7B95E07B-19CE-43F4-88B5-DC0E10D13046}" type="pres">
      <dgm:prSet presAssocID="{14EBADFF-D475-4BD4-AC60-99000355FA25}" presName="root" presStyleCnt="0">
        <dgm:presLayoutVars>
          <dgm:dir/>
          <dgm:resizeHandles val="exact"/>
        </dgm:presLayoutVars>
      </dgm:prSet>
      <dgm:spPr/>
    </dgm:pt>
    <dgm:pt modelId="{0442F200-1308-45DD-8106-CD29A48E0562}" type="pres">
      <dgm:prSet presAssocID="{AF0B177E-1D84-4477-A639-69745FCEC8FA}" presName="compNode" presStyleCnt="0"/>
      <dgm:spPr/>
    </dgm:pt>
    <dgm:pt modelId="{5835A92E-0BC0-4300-B3C4-F87A44CA5ADA}" type="pres">
      <dgm:prSet presAssocID="{AF0B177E-1D84-4477-A639-69745FCEC8FA}" presName="iconBgRect" presStyleLbl="bgShp" presStyleIdx="0" presStyleCnt="3"/>
      <dgm:spPr/>
    </dgm:pt>
    <dgm:pt modelId="{80033C83-39DF-424C-8CBE-D88DDF3CA92C}" type="pres">
      <dgm:prSet presAssocID="{AF0B177E-1D84-4477-A639-69745FCEC8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8CCC1118-9742-484A-A118-15C3929887CE}" type="pres">
      <dgm:prSet presAssocID="{AF0B177E-1D84-4477-A639-69745FCEC8FA}" presName="spaceRect" presStyleCnt="0"/>
      <dgm:spPr/>
    </dgm:pt>
    <dgm:pt modelId="{184F8DC8-CFEB-4750-B531-1312454E769F}" type="pres">
      <dgm:prSet presAssocID="{AF0B177E-1D84-4477-A639-69745FCEC8FA}" presName="textRect" presStyleLbl="revTx" presStyleIdx="0" presStyleCnt="3">
        <dgm:presLayoutVars>
          <dgm:chMax val="1"/>
          <dgm:chPref val="1"/>
        </dgm:presLayoutVars>
      </dgm:prSet>
      <dgm:spPr/>
    </dgm:pt>
    <dgm:pt modelId="{BD00D71E-3D4F-4073-B1BC-BBCF30FBC613}" type="pres">
      <dgm:prSet presAssocID="{56798931-A3FB-4FB6-9D4F-A0704CC11B54}" presName="sibTrans" presStyleCnt="0"/>
      <dgm:spPr/>
    </dgm:pt>
    <dgm:pt modelId="{86A28B3F-9378-448C-8100-446A364B0836}" type="pres">
      <dgm:prSet presAssocID="{71CCD732-07D2-40CE-9BFC-2431B2D8AB7F}" presName="compNode" presStyleCnt="0"/>
      <dgm:spPr/>
    </dgm:pt>
    <dgm:pt modelId="{A40C3371-46A5-4903-A7BE-C0622A0DDDB1}" type="pres">
      <dgm:prSet presAssocID="{71CCD732-07D2-40CE-9BFC-2431B2D8AB7F}" presName="iconBgRect" presStyleLbl="bgShp" presStyleIdx="1" presStyleCnt="3"/>
      <dgm:spPr/>
    </dgm:pt>
    <dgm:pt modelId="{0A5EBCA1-213B-4C92-AB59-16325222C400}" type="pres">
      <dgm:prSet presAssocID="{71CCD732-07D2-40CE-9BFC-2431B2D8AB7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D14CCF2-1156-4921-9E9A-3925423196AF}" type="pres">
      <dgm:prSet presAssocID="{71CCD732-07D2-40CE-9BFC-2431B2D8AB7F}" presName="spaceRect" presStyleCnt="0"/>
      <dgm:spPr/>
    </dgm:pt>
    <dgm:pt modelId="{DF6BC47D-6CDC-483B-AAE6-905CF61D66EA}" type="pres">
      <dgm:prSet presAssocID="{71CCD732-07D2-40CE-9BFC-2431B2D8AB7F}" presName="textRect" presStyleLbl="revTx" presStyleIdx="1" presStyleCnt="3">
        <dgm:presLayoutVars>
          <dgm:chMax val="1"/>
          <dgm:chPref val="1"/>
        </dgm:presLayoutVars>
      </dgm:prSet>
      <dgm:spPr/>
    </dgm:pt>
    <dgm:pt modelId="{8B519212-ACD9-435C-AD81-16CA2C8F78F8}" type="pres">
      <dgm:prSet presAssocID="{F8BB98FE-0ADC-40FD-878C-0D2F6D71D88A}" presName="sibTrans" presStyleCnt="0"/>
      <dgm:spPr/>
    </dgm:pt>
    <dgm:pt modelId="{775C91F4-12B3-403D-A4C2-01F9CFFCDEDA}" type="pres">
      <dgm:prSet presAssocID="{B0A6EAA2-9EEF-49E6-B5EF-0962BEF365F6}" presName="compNode" presStyleCnt="0"/>
      <dgm:spPr/>
    </dgm:pt>
    <dgm:pt modelId="{0511C507-4CB6-47D9-A890-71753D64037B}" type="pres">
      <dgm:prSet presAssocID="{B0A6EAA2-9EEF-49E6-B5EF-0962BEF365F6}" presName="iconBgRect" presStyleLbl="bgShp" presStyleIdx="2" presStyleCnt="3"/>
      <dgm:spPr/>
    </dgm:pt>
    <dgm:pt modelId="{EC9C8235-9C74-45CC-8142-1BCE92630F43}" type="pres">
      <dgm:prSet presAssocID="{B0A6EAA2-9EEF-49E6-B5EF-0962BEF365F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68C2EE4-9AA7-4A27-A1E5-91DE113C1A4B}" type="pres">
      <dgm:prSet presAssocID="{B0A6EAA2-9EEF-49E6-B5EF-0962BEF365F6}" presName="spaceRect" presStyleCnt="0"/>
      <dgm:spPr/>
    </dgm:pt>
    <dgm:pt modelId="{39C8752A-6160-48D6-846E-0D46255B0A9F}" type="pres">
      <dgm:prSet presAssocID="{B0A6EAA2-9EEF-49E6-B5EF-0962BEF365F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06E4A23-2E2D-4577-861E-F32DC64AFA43}" srcId="{14EBADFF-D475-4BD4-AC60-99000355FA25}" destId="{AF0B177E-1D84-4477-A639-69745FCEC8FA}" srcOrd="0" destOrd="0" parTransId="{CDE932CE-B7D9-4C99-A6A8-4AF1F538EECD}" sibTransId="{56798931-A3FB-4FB6-9D4F-A0704CC11B54}"/>
    <dgm:cxn modelId="{40165242-9A0F-4797-A87F-212ABBF67170}" type="presOf" srcId="{14EBADFF-D475-4BD4-AC60-99000355FA25}" destId="{7B95E07B-19CE-43F4-88B5-DC0E10D13046}" srcOrd="0" destOrd="0" presId="urn:microsoft.com/office/officeart/2018/5/layout/IconCircleLabelList"/>
    <dgm:cxn modelId="{9A28A265-AFA7-46C3-BED5-080B82EF055B}" type="presOf" srcId="{71CCD732-07D2-40CE-9BFC-2431B2D8AB7F}" destId="{DF6BC47D-6CDC-483B-AAE6-905CF61D66EA}" srcOrd="0" destOrd="0" presId="urn:microsoft.com/office/officeart/2018/5/layout/IconCircleLabelList"/>
    <dgm:cxn modelId="{62E02969-54F3-42B4-91A3-F32DF401F156}" srcId="{14EBADFF-D475-4BD4-AC60-99000355FA25}" destId="{B0A6EAA2-9EEF-49E6-B5EF-0962BEF365F6}" srcOrd="2" destOrd="0" parTransId="{4852D7C2-A60A-46EF-961D-2AA87E39E964}" sibTransId="{DDF434C5-5F99-4D11-B250-1EDE2286F8F0}"/>
    <dgm:cxn modelId="{B1EB398E-7BD1-4F51-9E32-2687AD1D42D7}" srcId="{14EBADFF-D475-4BD4-AC60-99000355FA25}" destId="{71CCD732-07D2-40CE-9BFC-2431B2D8AB7F}" srcOrd="1" destOrd="0" parTransId="{EB752C70-6E48-4381-8445-C28466DEE7B0}" sibTransId="{F8BB98FE-0ADC-40FD-878C-0D2F6D71D88A}"/>
    <dgm:cxn modelId="{00BB0399-15B2-4E3A-A5B1-B17BDDAAD2FF}" type="presOf" srcId="{B0A6EAA2-9EEF-49E6-B5EF-0962BEF365F6}" destId="{39C8752A-6160-48D6-846E-0D46255B0A9F}" srcOrd="0" destOrd="0" presId="urn:microsoft.com/office/officeart/2018/5/layout/IconCircleLabelList"/>
    <dgm:cxn modelId="{213EE2B1-B5FB-45C0-8C9D-7FEED75B8502}" type="presOf" srcId="{AF0B177E-1D84-4477-A639-69745FCEC8FA}" destId="{184F8DC8-CFEB-4750-B531-1312454E769F}" srcOrd="0" destOrd="0" presId="urn:microsoft.com/office/officeart/2018/5/layout/IconCircleLabelList"/>
    <dgm:cxn modelId="{CBFBED62-B372-4664-806C-FBD2390EE401}" type="presParOf" srcId="{7B95E07B-19CE-43F4-88B5-DC0E10D13046}" destId="{0442F200-1308-45DD-8106-CD29A48E0562}" srcOrd="0" destOrd="0" presId="urn:microsoft.com/office/officeart/2018/5/layout/IconCircleLabelList"/>
    <dgm:cxn modelId="{BE91AF00-12C9-492C-9C13-C4D9661D6866}" type="presParOf" srcId="{0442F200-1308-45DD-8106-CD29A48E0562}" destId="{5835A92E-0BC0-4300-B3C4-F87A44CA5ADA}" srcOrd="0" destOrd="0" presId="urn:microsoft.com/office/officeart/2018/5/layout/IconCircleLabelList"/>
    <dgm:cxn modelId="{4F0DD37C-BAC3-4AE6-8F29-0C33CDF77E30}" type="presParOf" srcId="{0442F200-1308-45DD-8106-CD29A48E0562}" destId="{80033C83-39DF-424C-8CBE-D88DDF3CA92C}" srcOrd="1" destOrd="0" presId="urn:microsoft.com/office/officeart/2018/5/layout/IconCircleLabelList"/>
    <dgm:cxn modelId="{DB2F2B66-6242-4545-AC02-C4C2675860A1}" type="presParOf" srcId="{0442F200-1308-45DD-8106-CD29A48E0562}" destId="{8CCC1118-9742-484A-A118-15C3929887CE}" srcOrd="2" destOrd="0" presId="urn:microsoft.com/office/officeart/2018/5/layout/IconCircleLabelList"/>
    <dgm:cxn modelId="{CF36BBF6-F6F0-4D6D-8FB7-7D1259794B07}" type="presParOf" srcId="{0442F200-1308-45DD-8106-CD29A48E0562}" destId="{184F8DC8-CFEB-4750-B531-1312454E769F}" srcOrd="3" destOrd="0" presId="urn:microsoft.com/office/officeart/2018/5/layout/IconCircleLabelList"/>
    <dgm:cxn modelId="{0817BEEF-E579-41BD-905D-703EFEEAC938}" type="presParOf" srcId="{7B95E07B-19CE-43F4-88B5-DC0E10D13046}" destId="{BD00D71E-3D4F-4073-B1BC-BBCF30FBC613}" srcOrd="1" destOrd="0" presId="urn:microsoft.com/office/officeart/2018/5/layout/IconCircleLabelList"/>
    <dgm:cxn modelId="{B03E5814-EAD3-45C6-98CF-58A8C8684841}" type="presParOf" srcId="{7B95E07B-19CE-43F4-88B5-DC0E10D13046}" destId="{86A28B3F-9378-448C-8100-446A364B0836}" srcOrd="2" destOrd="0" presId="urn:microsoft.com/office/officeart/2018/5/layout/IconCircleLabelList"/>
    <dgm:cxn modelId="{BEBE3698-BA5C-461A-A541-83206F7C262E}" type="presParOf" srcId="{86A28B3F-9378-448C-8100-446A364B0836}" destId="{A40C3371-46A5-4903-A7BE-C0622A0DDDB1}" srcOrd="0" destOrd="0" presId="urn:microsoft.com/office/officeart/2018/5/layout/IconCircleLabelList"/>
    <dgm:cxn modelId="{3725AC8E-0BCF-4A6E-9044-98E61BCE4ADD}" type="presParOf" srcId="{86A28B3F-9378-448C-8100-446A364B0836}" destId="{0A5EBCA1-213B-4C92-AB59-16325222C400}" srcOrd="1" destOrd="0" presId="urn:microsoft.com/office/officeart/2018/5/layout/IconCircleLabelList"/>
    <dgm:cxn modelId="{5F8E61D5-E42E-4FEE-A0FB-0BE122832212}" type="presParOf" srcId="{86A28B3F-9378-448C-8100-446A364B0836}" destId="{BD14CCF2-1156-4921-9E9A-3925423196AF}" srcOrd="2" destOrd="0" presId="urn:microsoft.com/office/officeart/2018/5/layout/IconCircleLabelList"/>
    <dgm:cxn modelId="{5BB3D6DF-7D8A-4680-B023-EC22AF789DE4}" type="presParOf" srcId="{86A28B3F-9378-448C-8100-446A364B0836}" destId="{DF6BC47D-6CDC-483B-AAE6-905CF61D66EA}" srcOrd="3" destOrd="0" presId="urn:microsoft.com/office/officeart/2018/5/layout/IconCircleLabelList"/>
    <dgm:cxn modelId="{B2E3D03D-9BB9-49FD-BF0A-41D2B56015EF}" type="presParOf" srcId="{7B95E07B-19CE-43F4-88B5-DC0E10D13046}" destId="{8B519212-ACD9-435C-AD81-16CA2C8F78F8}" srcOrd="3" destOrd="0" presId="urn:microsoft.com/office/officeart/2018/5/layout/IconCircleLabelList"/>
    <dgm:cxn modelId="{440AE210-985F-46B6-A0A6-24D085DD2693}" type="presParOf" srcId="{7B95E07B-19CE-43F4-88B5-DC0E10D13046}" destId="{775C91F4-12B3-403D-A4C2-01F9CFFCDEDA}" srcOrd="4" destOrd="0" presId="urn:microsoft.com/office/officeart/2018/5/layout/IconCircleLabelList"/>
    <dgm:cxn modelId="{505E1A9D-86CC-43F8-9028-43DFD8404B2C}" type="presParOf" srcId="{775C91F4-12B3-403D-A4C2-01F9CFFCDEDA}" destId="{0511C507-4CB6-47D9-A890-71753D64037B}" srcOrd="0" destOrd="0" presId="urn:microsoft.com/office/officeart/2018/5/layout/IconCircleLabelList"/>
    <dgm:cxn modelId="{42FE598C-5408-4703-A9E6-A4EA3E45429A}" type="presParOf" srcId="{775C91F4-12B3-403D-A4C2-01F9CFFCDEDA}" destId="{EC9C8235-9C74-45CC-8142-1BCE92630F43}" srcOrd="1" destOrd="0" presId="urn:microsoft.com/office/officeart/2018/5/layout/IconCircleLabelList"/>
    <dgm:cxn modelId="{67A88AFF-6867-4A59-A76E-0595ED69339D}" type="presParOf" srcId="{775C91F4-12B3-403D-A4C2-01F9CFFCDEDA}" destId="{B68C2EE4-9AA7-4A27-A1E5-91DE113C1A4B}" srcOrd="2" destOrd="0" presId="urn:microsoft.com/office/officeart/2018/5/layout/IconCircleLabelList"/>
    <dgm:cxn modelId="{36C0A7FF-AC78-4704-AF98-B8104F151D2F}" type="presParOf" srcId="{775C91F4-12B3-403D-A4C2-01F9CFFCDEDA}" destId="{39C8752A-6160-48D6-846E-0D46255B0A9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203BF7-DDCB-4DF4-AA70-AABCBAEDD6FE}">
      <dsp:nvSpPr>
        <dsp:cNvPr id="0" name=""/>
        <dsp:cNvSpPr/>
      </dsp:nvSpPr>
      <dsp:spPr>
        <a:xfrm>
          <a:off x="331713" y="389674"/>
          <a:ext cx="1029375" cy="10293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131EAE-5A81-43E1-9E44-97B707E1FF56}">
      <dsp:nvSpPr>
        <dsp:cNvPr id="0" name=""/>
        <dsp:cNvSpPr/>
      </dsp:nvSpPr>
      <dsp:spPr>
        <a:xfrm>
          <a:off x="551088" y="609049"/>
          <a:ext cx="590625" cy="5906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AC213-CA6B-49F4-A824-59AFF774AA52}">
      <dsp:nvSpPr>
        <dsp:cNvPr id="0" name=""/>
        <dsp:cNvSpPr/>
      </dsp:nvSpPr>
      <dsp:spPr>
        <a:xfrm>
          <a:off x="2651" y="1739674"/>
          <a:ext cx="1687500" cy="6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Daily transaction data</a:t>
          </a:r>
        </a:p>
      </dsp:txBody>
      <dsp:txXfrm>
        <a:off x="2651" y="1739674"/>
        <a:ext cx="1687500" cy="675000"/>
      </dsp:txXfrm>
    </dsp:sp>
    <dsp:sp modelId="{A512F1DA-3741-486C-90D3-9A84A5DC966B}">
      <dsp:nvSpPr>
        <dsp:cNvPr id="0" name=""/>
        <dsp:cNvSpPr/>
      </dsp:nvSpPr>
      <dsp:spPr>
        <a:xfrm>
          <a:off x="2314526" y="389674"/>
          <a:ext cx="1029375" cy="10293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BE4026-12E9-4B15-B0C9-C8912F00934D}">
      <dsp:nvSpPr>
        <dsp:cNvPr id="0" name=""/>
        <dsp:cNvSpPr/>
      </dsp:nvSpPr>
      <dsp:spPr>
        <a:xfrm>
          <a:off x="2533901" y="609049"/>
          <a:ext cx="590625" cy="5906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7876F-7E55-4941-860E-EA29D0D54265}">
      <dsp:nvSpPr>
        <dsp:cNvPr id="0" name=""/>
        <dsp:cNvSpPr/>
      </dsp:nvSpPr>
      <dsp:spPr>
        <a:xfrm>
          <a:off x="1985463" y="1739674"/>
          <a:ext cx="1687500" cy="6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Product categories</a:t>
          </a:r>
        </a:p>
      </dsp:txBody>
      <dsp:txXfrm>
        <a:off x="1985463" y="1739674"/>
        <a:ext cx="1687500" cy="675000"/>
      </dsp:txXfrm>
    </dsp:sp>
    <dsp:sp modelId="{4FBF725B-800F-4814-B1AF-B18A924ED942}">
      <dsp:nvSpPr>
        <dsp:cNvPr id="0" name=""/>
        <dsp:cNvSpPr/>
      </dsp:nvSpPr>
      <dsp:spPr>
        <a:xfrm>
          <a:off x="4297338" y="389674"/>
          <a:ext cx="1029375" cy="10293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5A5901-D69F-411F-A78F-EE7304817FDD}">
      <dsp:nvSpPr>
        <dsp:cNvPr id="0" name=""/>
        <dsp:cNvSpPr/>
      </dsp:nvSpPr>
      <dsp:spPr>
        <a:xfrm>
          <a:off x="4516713" y="609049"/>
          <a:ext cx="590625" cy="5906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94B378-75FF-42A9-ACCD-DE46B45A0D6F}">
      <dsp:nvSpPr>
        <dsp:cNvPr id="0" name=""/>
        <dsp:cNvSpPr/>
      </dsp:nvSpPr>
      <dsp:spPr>
        <a:xfrm>
          <a:off x="3968276" y="1739674"/>
          <a:ext cx="1687500" cy="6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Time of purchase</a:t>
          </a:r>
        </a:p>
      </dsp:txBody>
      <dsp:txXfrm>
        <a:off x="3968276" y="1739674"/>
        <a:ext cx="1687500" cy="675000"/>
      </dsp:txXfrm>
    </dsp:sp>
    <dsp:sp modelId="{222444CF-BC4E-45B0-B664-ACF1AC03903F}">
      <dsp:nvSpPr>
        <dsp:cNvPr id="0" name=""/>
        <dsp:cNvSpPr/>
      </dsp:nvSpPr>
      <dsp:spPr>
        <a:xfrm>
          <a:off x="6280151" y="389674"/>
          <a:ext cx="1029375" cy="10293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D3171E-CD85-417A-BFCF-D19B76BFB607}">
      <dsp:nvSpPr>
        <dsp:cNvPr id="0" name=""/>
        <dsp:cNvSpPr/>
      </dsp:nvSpPr>
      <dsp:spPr>
        <a:xfrm>
          <a:off x="6499526" y="609049"/>
          <a:ext cx="590625" cy="5906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E72A90-9537-46BB-911E-C7D51488091D}">
      <dsp:nvSpPr>
        <dsp:cNvPr id="0" name=""/>
        <dsp:cNvSpPr/>
      </dsp:nvSpPr>
      <dsp:spPr>
        <a:xfrm>
          <a:off x="5951088" y="1739674"/>
          <a:ext cx="1687500" cy="6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Revenue and order details</a:t>
          </a:r>
        </a:p>
      </dsp:txBody>
      <dsp:txXfrm>
        <a:off x="5951088" y="1739674"/>
        <a:ext cx="1687500" cy="67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DB181A-9C1A-4352-B1AA-0CA9B0D3AD8E}">
      <dsp:nvSpPr>
        <dsp:cNvPr id="0" name=""/>
        <dsp:cNvSpPr/>
      </dsp:nvSpPr>
      <dsp:spPr>
        <a:xfrm>
          <a:off x="373638" y="0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5764DE-0492-4893-808F-779CD47BB0BC}">
      <dsp:nvSpPr>
        <dsp:cNvPr id="0" name=""/>
        <dsp:cNvSpPr/>
      </dsp:nvSpPr>
      <dsp:spPr>
        <a:xfrm>
          <a:off x="568240" y="242343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F7004-07FC-421C-A50C-08CC451B13EC}">
      <dsp:nvSpPr>
        <dsp:cNvPr id="0" name=""/>
        <dsp:cNvSpPr/>
      </dsp:nvSpPr>
      <dsp:spPr>
        <a:xfrm>
          <a:off x="2092" y="1409478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• Introduce afternoon promotions</a:t>
          </a:r>
        </a:p>
      </dsp:txBody>
      <dsp:txXfrm>
        <a:off x="2092" y="1409478"/>
        <a:ext cx="1741992" cy="696796"/>
      </dsp:txXfrm>
    </dsp:sp>
    <dsp:sp modelId="{52C3EA68-30E2-4C03-A9C6-D225B97C6B95}">
      <dsp:nvSpPr>
        <dsp:cNvPr id="0" name=""/>
        <dsp:cNvSpPr/>
      </dsp:nvSpPr>
      <dsp:spPr>
        <a:xfrm>
          <a:off x="2388621" y="15884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C482B8-771E-410B-8F00-0CB1A7C58D8C}">
      <dsp:nvSpPr>
        <dsp:cNvPr id="0" name=""/>
        <dsp:cNvSpPr/>
      </dsp:nvSpPr>
      <dsp:spPr>
        <a:xfrm>
          <a:off x="2615080" y="242343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294D54-DAFA-477A-8A26-E7698179610B}">
      <dsp:nvSpPr>
        <dsp:cNvPr id="0" name=""/>
        <dsp:cNvSpPr/>
      </dsp:nvSpPr>
      <dsp:spPr>
        <a:xfrm>
          <a:off x="2048933" y="1409478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Bundle products</a:t>
          </a:r>
        </a:p>
      </dsp:txBody>
      <dsp:txXfrm>
        <a:off x="2048933" y="1409478"/>
        <a:ext cx="1741992" cy="696796"/>
      </dsp:txXfrm>
    </dsp:sp>
    <dsp:sp modelId="{500BFBA2-67B7-459E-BEC5-87E666B7030F}">
      <dsp:nvSpPr>
        <dsp:cNvPr id="0" name=""/>
        <dsp:cNvSpPr/>
      </dsp:nvSpPr>
      <dsp:spPr>
        <a:xfrm>
          <a:off x="4435462" y="15884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8850EE-9980-484A-A9F6-6F9F67DC3D4B}">
      <dsp:nvSpPr>
        <dsp:cNvPr id="0" name=""/>
        <dsp:cNvSpPr/>
      </dsp:nvSpPr>
      <dsp:spPr>
        <a:xfrm>
          <a:off x="4661921" y="242343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334CE-A909-49AA-877B-F4EC6DF26C13}">
      <dsp:nvSpPr>
        <dsp:cNvPr id="0" name=""/>
        <dsp:cNvSpPr/>
      </dsp:nvSpPr>
      <dsp:spPr>
        <a:xfrm>
          <a:off x="4095774" y="1409478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Promote low performers</a:t>
          </a:r>
        </a:p>
      </dsp:txBody>
      <dsp:txXfrm>
        <a:off x="4095774" y="1409478"/>
        <a:ext cx="1741992" cy="696796"/>
      </dsp:txXfrm>
    </dsp:sp>
    <dsp:sp modelId="{E76E3A7E-290B-4FBB-AEBD-66404E77A2E4}">
      <dsp:nvSpPr>
        <dsp:cNvPr id="0" name=""/>
        <dsp:cNvSpPr/>
      </dsp:nvSpPr>
      <dsp:spPr>
        <a:xfrm>
          <a:off x="6482303" y="15884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7CAE24-DE62-411C-AEC1-5FCB733BF3B2}">
      <dsp:nvSpPr>
        <dsp:cNvPr id="0" name=""/>
        <dsp:cNvSpPr/>
      </dsp:nvSpPr>
      <dsp:spPr>
        <a:xfrm>
          <a:off x="6708762" y="242343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A3661E-2267-4C44-98C2-CFCA4F2D8DEF}">
      <dsp:nvSpPr>
        <dsp:cNvPr id="0" name=""/>
        <dsp:cNvSpPr/>
      </dsp:nvSpPr>
      <dsp:spPr>
        <a:xfrm>
          <a:off x="6142615" y="1409478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Loyalty programs</a:t>
          </a:r>
        </a:p>
      </dsp:txBody>
      <dsp:txXfrm>
        <a:off x="6142615" y="1409478"/>
        <a:ext cx="1741992" cy="6967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35A92E-0BC0-4300-B3C4-F87A44CA5ADA}">
      <dsp:nvSpPr>
        <dsp:cNvPr id="0" name=""/>
        <dsp:cNvSpPr/>
      </dsp:nvSpPr>
      <dsp:spPr>
        <a:xfrm>
          <a:off x="1336609" y="663"/>
          <a:ext cx="918931" cy="91893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033C83-39DF-424C-8CBE-D88DDF3CA92C}">
      <dsp:nvSpPr>
        <dsp:cNvPr id="0" name=""/>
        <dsp:cNvSpPr/>
      </dsp:nvSpPr>
      <dsp:spPr>
        <a:xfrm>
          <a:off x="1532447" y="196501"/>
          <a:ext cx="527255" cy="5272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4F8DC8-CFEB-4750-B531-1312454E769F}">
      <dsp:nvSpPr>
        <dsp:cNvPr id="0" name=""/>
        <dsp:cNvSpPr/>
      </dsp:nvSpPr>
      <dsp:spPr>
        <a:xfrm>
          <a:off x="1042853" y="1205820"/>
          <a:ext cx="1506445" cy="60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• Automate daily sales reporting</a:t>
          </a:r>
        </a:p>
      </dsp:txBody>
      <dsp:txXfrm>
        <a:off x="1042853" y="1205820"/>
        <a:ext cx="1506445" cy="602578"/>
      </dsp:txXfrm>
    </dsp:sp>
    <dsp:sp modelId="{A40C3371-46A5-4903-A7BE-C0622A0DDDB1}">
      <dsp:nvSpPr>
        <dsp:cNvPr id="0" name=""/>
        <dsp:cNvSpPr/>
      </dsp:nvSpPr>
      <dsp:spPr>
        <a:xfrm>
          <a:off x="3106683" y="663"/>
          <a:ext cx="918931" cy="91893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EBCA1-213B-4C92-AB59-16325222C400}">
      <dsp:nvSpPr>
        <dsp:cNvPr id="0" name=""/>
        <dsp:cNvSpPr/>
      </dsp:nvSpPr>
      <dsp:spPr>
        <a:xfrm>
          <a:off x="3302521" y="196501"/>
          <a:ext cx="527255" cy="5272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6BC47D-6CDC-483B-AAE6-905CF61D66EA}">
      <dsp:nvSpPr>
        <dsp:cNvPr id="0" name=""/>
        <dsp:cNvSpPr/>
      </dsp:nvSpPr>
      <dsp:spPr>
        <a:xfrm>
          <a:off x="2812926" y="1205820"/>
          <a:ext cx="1506445" cy="60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Monitor KPIs</a:t>
          </a:r>
        </a:p>
      </dsp:txBody>
      <dsp:txXfrm>
        <a:off x="2812926" y="1205820"/>
        <a:ext cx="1506445" cy="602578"/>
      </dsp:txXfrm>
    </dsp:sp>
    <dsp:sp modelId="{0511C507-4CB6-47D9-A890-71753D64037B}">
      <dsp:nvSpPr>
        <dsp:cNvPr id="0" name=""/>
        <dsp:cNvSpPr/>
      </dsp:nvSpPr>
      <dsp:spPr>
        <a:xfrm>
          <a:off x="4876756" y="663"/>
          <a:ext cx="918931" cy="91893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9C8235-9C74-45CC-8142-1BCE92630F43}">
      <dsp:nvSpPr>
        <dsp:cNvPr id="0" name=""/>
        <dsp:cNvSpPr/>
      </dsp:nvSpPr>
      <dsp:spPr>
        <a:xfrm>
          <a:off x="5072594" y="196501"/>
          <a:ext cx="527255" cy="5272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C8752A-6160-48D6-846E-0D46255B0A9F}">
      <dsp:nvSpPr>
        <dsp:cNvPr id="0" name=""/>
        <dsp:cNvSpPr/>
      </dsp:nvSpPr>
      <dsp:spPr>
        <a:xfrm>
          <a:off x="4582999" y="1205820"/>
          <a:ext cx="1506445" cy="60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Continuous analysis</a:t>
          </a:r>
        </a:p>
      </dsp:txBody>
      <dsp:txXfrm>
        <a:off x="4582999" y="1205820"/>
        <a:ext cx="1506445" cy="602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8D375-3D96-4A6C-BC29-08CE2128239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63F2B-DEA2-4588-80EA-0056F49BC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02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C63F2B-DEA2-4588-80EA-0056F49BCC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256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4123" y="3164497"/>
            <a:ext cx="4355594" cy="3030557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spresso machine with ground coffee">
            <a:extLst>
              <a:ext uri="{FF2B5EF4-FFF2-40B4-BE49-F238E27FC236}">
                <a16:creationId xmlns:a16="http://schemas.microsoft.com/office/drawing/2014/main" id="{78247104-5090-FA32-7F36-6E7FD10ED9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75" r="13112"/>
          <a:stretch>
            <a:fillRect/>
          </a:stretch>
        </p:blipFill>
        <p:spPr>
          <a:xfrm>
            <a:off x="3028949" y="10"/>
            <a:ext cx="6120019" cy="6875809"/>
          </a:xfrm>
          <a:prstGeom prst="rect">
            <a:avLst/>
          </a:prstGeom>
        </p:spPr>
      </p:pic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59722" y="1278501"/>
            <a:ext cx="2890175" cy="3531403"/>
          </a:xfrm>
        </p:spPr>
        <p:txBody>
          <a:bodyPr anchor="t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</a:rPr>
              <a:t>Bright Coffee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2048" y="4216392"/>
            <a:ext cx="2106633" cy="1382392"/>
          </a:xfrm>
        </p:spPr>
        <p:txBody>
          <a:bodyPr anchor="b">
            <a:normAutofit/>
          </a:bodyPr>
          <a:lstStyle/>
          <a:p>
            <a:r>
              <a:rPr lang="en-ZA" sz="1700" dirty="0">
                <a:solidFill>
                  <a:srgbClr val="FFFFFF"/>
                </a:solidFill>
              </a:rPr>
              <a:t>Presentation to CEO</a:t>
            </a:r>
          </a:p>
          <a:p>
            <a:r>
              <a:rPr lang="en-ZA" sz="1700" dirty="0">
                <a:solidFill>
                  <a:srgbClr val="FFFFFF"/>
                </a:solidFill>
              </a:rPr>
              <a:t>Junior Data Analyst: Nontokozo Dladla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115" y="3204539"/>
            <a:ext cx="7879842" cy="816158"/>
          </a:xfr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 anchor="b">
            <a:normAutofit fontScale="90000"/>
          </a:bodyPr>
          <a:lstStyle/>
          <a:p>
            <a:r>
              <a:rPr lang="en-US" sz="5200" dirty="0">
                <a:solidFill>
                  <a:schemeClr val="bg1"/>
                </a:solidFill>
              </a:rPr>
              <a:t>Dataset Overview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2899927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2776031"/>
            <a:ext cx="1405092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166" y="1566476"/>
            <a:ext cx="7882128" cy="892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1900" dirty="0"/>
              <a:t>Analyse sales data to uncover trends and insights that support revenue growth and product performance.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BBA581-17BE-F562-BF55-72F5163CC46E}"/>
              </a:ext>
            </a:extLst>
          </p:cNvPr>
          <p:cNvSpPr txBox="1">
            <a:spLocks/>
          </p:cNvSpPr>
          <p:nvPr/>
        </p:nvSpPr>
        <p:spPr>
          <a:xfrm>
            <a:off x="1037673" y="348865"/>
            <a:ext cx="7288583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277FB3B-3F40-0CD8-1D83-817AFB32DA9A}"/>
              </a:ext>
            </a:extLst>
          </p:cNvPr>
          <p:cNvSpPr txBox="1">
            <a:spLocks/>
          </p:cNvSpPr>
          <p:nvPr/>
        </p:nvSpPr>
        <p:spPr>
          <a:xfrm>
            <a:off x="522115" y="397845"/>
            <a:ext cx="7879842" cy="81615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200" dirty="0">
                <a:solidFill>
                  <a:schemeClr val="bg1"/>
                </a:solidFill>
              </a:rPr>
              <a:t>Objective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BB79367-4672-FDFA-B476-435EC18CAF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8882452"/>
              </p:ext>
            </p:extLst>
          </p:nvPr>
        </p:nvGraphicFramePr>
        <p:xfrm>
          <a:off x="522115" y="3971984"/>
          <a:ext cx="7641240" cy="28043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2697" y="-1"/>
            <a:ext cx="3601283" cy="595998"/>
          </a:xfr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 anchor="b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Key Business Questions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48D4AE-9148-A9BF-0A8E-35F08AC5C8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90" r="38249"/>
          <a:stretch>
            <a:fillRect/>
          </a:stretch>
        </p:blipFill>
        <p:spPr>
          <a:xfrm>
            <a:off x="20" y="10"/>
            <a:ext cx="5542677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55894" y="3271199"/>
            <a:ext cx="1630908" cy="5542697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296081" y="2296080"/>
            <a:ext cx="6854280" cy="226211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346242" y="4425055"/>
            <a:ext cx="2196454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5003" y="4174868"/>
            <a:ext cx="3601282" cy="2679412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ZA" sz="1800" dirty="0"/>
              <a:t>Total Revenue</a:t>
            </a:r>
          </a:p>
          <a:p>
            <a:pPr>
              <a:lnSpc>
                <a:spcPct val="150000"/>
              </a:lnSpc>
            </a:pPr>
            <a:r>
              <a:rPr lang="en-ZA" sz="1800" dirty="0"/>
              <a:t>Total Orders</a:t>
            </a:r>
          </a:p>
          <a:p>
            <a:pPr>
              <a:lnSpc>
                <a:spcPct val="150000"/>
              </a:lnSpc>
            </a:pPr>
            <a:r>
              <a:rPr lang="en-ZA" sz="1800" dirty="0"/>
              <a:t>Average Order Value</a:t>
            </a:r>
          </a:p>
          <a:p>
            <a:pPr>
              <a:lnSpc>
                <a:spcPct val="150000"/>
              </a:lnSpc>
            </a:pPr>
            <a:r>
              <a:rPr lang="en-ZA" sz="1800" dirty="0"/>
              <a:t>Top Products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065A96-3C6E-32AD-8646-6551938EBEBD}"/>
              </a:ext>
            </a:extLst>
          </p:cNvPr>
          <p:cNvSpPr txBox="1">
            <a:spLocks/>
          </p:cNvSpPr>
          <p:nvPr/>
        </p:nvSpPr>
        <p:spPr>
          <a:xfrm>
            <a:off x="5542717" y="3475850"/>
            <a:ext cx="3601283" cy="5959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Key Metrics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02C0B68-0D2C-A3CD-9339-98A6CF72F052}"/>
              </a:ext>
            </a:extLst>
          </p:cNvPr>
          <p:cNvSpPr txBox="1">
            <a:spLocks/>
          </p:cNvSpPr>
          <p:nvPr/>
        </p:nvSpPr>
        <p:spPr>
          <a:xfrm>
            <a:off x="5605003" y="641553"/>
            <a:ext cx="3601282" cy="35469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ZA" sz="1800" dirty="0"/>
              <a:t>Which products generate the most revenue?</a:t>
            </a:r>
          </a:p>
          <a:p>
            <a:pPr>
              <a:lnSpc>
                <a:spcPct val="150000"/>
              </a:lnSpc>
            </a:pPr>
            <a:r>
              <a:rPr lang="en-ZA" sz="1800" dirty="0"/>
              <a:t>What time of day performs best?</a:t>
            </a:r>
          </a:p>
          <a:p>
            <a:pPr>
              <a:lnSpc>
                <a:spcPct val="150000"/>
              </a:lnSpc>
            </a:pPr>
            <a:r>
              <a:rPr lang="en-ZA" sz="1800" dirty="0"/>
              <a:t>What are the sales trends?</a:t>
            </a:r>
          </a:p>
          <a:p>
            <a:pPr>
              <a:lnSpc>
                <a:spcPct val="150000"/>
              </a:lnSpc>
            </a:pPr>
            <a:r>
              <a:rPr lang="en-ZA" sz="1800" dirty="0"/>
              <a:t>How can we improve performance?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BC5412B-9EA9-C36B-751A-2D65B43AC2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3968490"/>
              </p:ext>
            </p:extLst>
          </p:nvPr>
        </p:nvGraphicFramePr>
        <p:xfrm>
          <a:off x="4140232" y="458663"/>
          <a:ext cx="3396194" cy="737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2257283" imgH="514338" progId="Package">
                  <p:embed/>
                </p:oleObj>
              </mc:Choice>
              <mc:Fallback>
                <p:oleObj name="Packager Shell Object" showAsIcon="1" r:id="rId3" imgW="2257283" imgH="514338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40232" y="458663"/>
                        <a:ext cx="3396194" cy="73710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886" y="1709692"/>
            <a:ext cx="2281013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Seller</a:t>
            </a: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Barista Espresso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C6CCEE-FA4E-E26A-4622-ED8D174C7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7883" y="1267050"/>
            <a:ext cx="6382665" cy="51511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B8A7D2-A5E0-F6CB-8259-F9A1B196E988}"/>
              </a:ext>
            </a:extLst>
          </p:cNvPr>
          <p:cNvSpPr txBox="1"/>
          <p:nvPr/>
        </p:nvSpPr>
        <p:spPr>
          <a:xfrm>
            <a:off x="4460777" y="235179"/>
            <a:ext cx="2755104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Double Click here to view the dashboard on Power 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ZA" sz="3500" dirty="0">
                <a:solidFill>
                  <a:srgbClr val="FFFFFF"/>
                </a:solidFill>
              </a:rPr>
              <a:t>Sales by Time of Day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399AC3-4D57-E4E2-0A50-F2BEBC7DF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4" y="2170031"/>
            <a:ext cx="9053212" cy="35520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7EC058-8826-541E-F22E-A9B7BB98AE0C}"/>
              </a:ext>
            </a:extLst>
          </p:cNvPr>
          <p:cNvSpPr txBox="1"/>
          <p:nvPr/>
        </p:nvSpPr>
        <p:spPr>
          <a:xfrm>
            <a:off x="2300749" y="6156830"/>
            <a:ext cx="4940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SALES PEAK TIME</a:t>
            </a:r>
            <a:r>
              <a:rPr lang="en-US" sz="2400" dirty="0"/>
              <a:t>: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10AM – 12AM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2017" y="1094070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 dirty="0">
                <a:solidFill>
                  <a:srgbClr val="FFFFFF"/>
                </a:solidFill>
              </a:rPr>
              <a:t>Category Performance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3BBE23-322F-5DBD-3F7B-E50CE5973E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160042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762AD80-1AA1-A154-1DE5-E3CCAE90DFE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649" t="2877" r="1678" b="-219"/>
          <a:stretch>
            <a:fillRect/>
          </a:stretch>
        </p:blipFill>
        <p:spPr>
          <a:xfrm>
            <a:off x="2745919" y="1094070"/>
            <a:ext cx="6398081" cy="5300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0192F-CA76-73F2-911F-4C29374B0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B250C39F-3F6C-4D53-86D2-7BC6B2FF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Espresso machine with ground coffee">
            <a:extLst>
              <a:ext uri="{FF2B5EF4-FFF2-40B4-BE49-F238E27FC236}">
                <a16:creationId xmlns:a16="http://schemas.microsoft.com/office/drawing/2014/main" id="{22D82123-AC1C-0B9B-B0C9-71D14199A0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70A48D59-8581-41F7-B529-F4617FE0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46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28A1EE-D7B2-F840-DC61-F2F83316B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699" y="523974"/>
            <a:ext cx="3543300" cy="14664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b="1" dirty="0">
                <a:solidFill>
                  <a:schemeClr val="bg1"/>
                </a:solidFill>
              </a:rPr>
              <a:t>Key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16B34F-728C-EF77-B2B5-5BB920884A4A}"/>
              </a:ext>
            </a:extLst>
          </p:cNvPr>
          <p:cNvSpPr txBox="1"/>
          <p:nvPr/>
        </p:nvSpPr>
        <p:spPr>
          <a:xfrm>
            <a:off x="828675" y="2492080"/>
            <a:ext cx="4082538" cy="3015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</a:rPr>
              <a:t>Morning peak sales</a:t>
            </a:r>
          </a:p>
          <a:p>
            <a:pPr marL="342900" indent="-228600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</a:rPr>
              <a:t>Strong weekend performance</a:t>
            </a:r>
          </a:p>
          <a:p>
            <a:pPr marL="342900" indent="-228600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</a:rPr>
              <a:t>Coffee dominates revenue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9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55FB3-EA8E-6651-BFF4-A0ED4A1C4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EC9DA5B-8885-FA96-9DED-3777BFFB9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A5432-F1C9-365D-F822-9E0F7CFAD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115" y="3748769"/>
            <a:ext cx="7879842" cy="816158"/>
          </a:xfr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 anchor="b">
            <a:normAutofit fontScale="90000"/>
          </a:bodyPr>
          <a:lstStyle/>
          <a:p>
            <a:r>
              <a:rPr lang="en-US" sz="5200" dirty="0">
                <a:solidFill>
                  <a:schemeClr val="bg1"/>
                </a:solidFill>
              </a:rPr>
              <a:t>Next Steps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72196-96E9-0F39-8646-8E0C2CAB5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2899927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A6BDBC-4876-9682-B546-106D761B6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2776031"/>
            <a:ext cx="1405092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D3DFF8-5C50-1101-5F49-7DEF4BC312CE}"/>
              </a:ext>
            </a:extLst>
          </p:cNvPr>
          <p:cNvSpPr txBox="1">
            <a:spLocks/>
          </p:cNvSpPr>
          <p:nvPr/>
        </p:nvSpPr>
        <p:spPr>
          <a:xfrm>
            <a:off x="1037673" y="348865"/>
            <a:ext cx="7288583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0A35413-D3B1-6986-26B6-AFF62CE741EA}"/>
              </a:ext>
            </a:extLst>
          </p:cNvPr>
          <p:cNvSpPr txBox="1">
            <a:spLocks/>
          </p:cNvSpPr>
          <p:nvPr/>
        </p:nvSpPr>
        <p:spPr>
          <a:xfrm>
            <a:off x="522115" y="397845"/>
            <a:ext cx="7879842" cy="81615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200" dirty="0">
                <a:solidFill>
                  <a:schemeClr val="bg1"/>
                </a:solidFill>
              </a:rPr>
              <a:t>Recommendations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1D174DA5-8751-EEB3-7E99-1B069FAAE7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8681242"/>
              </p:ext>
            </p:extLst>
          </p:nvPr>
        </p:nvGraphicFramePr>
        <p:xfrm>
          <a:off x="608316" y="1532374"/>
          <a:ext cx="7886700" cy="2122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F0C26761-03F3-4985-1CFB-10ED704AD9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5428970"/>
              </p:ext>
            </p:extLst>
          </p:nvPr>
        </p:nvGraphicFramePr>
        <p:xfrm>
          <a:off x="846580" y="4898191"/>
          <a:ext cx="7132298" cy="1809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2144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163</Words>
  <Application>Microsoft Office PowerPoint</Application>
  <PresentationFormat>On-screen Show (4:3)</PresentationFormat>
  <Paragraphs>41</Paragraphs>
  <Slides>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Package</vt:lpstr>
      <vt:lpstr>Bright Coffee Sales Analysis</vt:lpstr>
      <vt:lpstr>Dataset Overview</vt:lpstr>
      <vt:lpstr>Key Business Questions</vt:lpstr>
      <vt:lpstr>Top Seller:  Barista Espresso</vt:lpstr>
      <vt:lpstr>Sales by Time of Day</vt:lpstr>
      <vt:lpstr>Category Performance</vt:lpstr>
      <vt:lpstr>Key Insights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Nontokozo Dladla</cp:lastModifiedBy>
  <cp:revision>4</cp:revision>
  <dcterms:created xsi:type="dcterms:W3CDTF">2013-01-27T09:14:16Z</dcterms:created>
  <dcterms:modified xsi:type="dcterms:W3CDTF">2026-03-24T11:14:21Z</dcterms:modified>
  <cp:category/>
</cp:coreProperties>
</file>